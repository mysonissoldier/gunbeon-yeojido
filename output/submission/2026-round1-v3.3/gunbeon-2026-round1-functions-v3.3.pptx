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ed839201564761" /><Relationship Type="http://schemas.openxmlformats.org/officeDocument/2006/relationships/extended-properties" Target="/docProps/app.xml" Id="Rd7545af42eda4e52" /><Relationship Type="http://schemas.openxmlformats.org/officeDocument/2006/relationships/officeDocument" Target="/ppt/presentation.xml" Id="R3e905b9c4f954c91" /></Relationships>
</file>

<file path=ppt/presentation.xml><?xml version="1.0" encoding="utf-8"?>
<p:presentation xmlns:p="http://schemas.openxmlformats.org/presentationml/2006/main">
  <p:sldMasterIdLst>
    <p:sldMasterId xmlns:r="http://schemas.openxmlformats.org/officeDocument/2006/relationships" id="2147483648" r:id="Rb8b01af3b1ba48da"/>
  </p:sldMasterIdLst>
  <p:notesMasterIdLst>
    <p:notesMasterId xmlns:r="http://schemas.openxmlformats.org/officeDocument/2006/relationships" r:id="R393ca4405e6a437d"/>
  </p:notesMasterIdLst>
  <p:sldIdLst>
    <p:sldId xmlns:r="http://schemas.openxmlformats.org/officeDocument/2006/relationships" id="256" r:id="Rc8c420faf64b4a60"/>
    <p:sldId xmlns:r="http://schemas.openxmlformats.org/officeDocument/2006/relationships" id="257" r:id="Rc70844cf0b584299"/>
    <p:sldId xmlns:r="http://schemas.openxmlformats.org/officeDocument/2006/relationships" id="258" r:id="R5f360a62150045b5"/>
    <p:sldId xmlns:r="http://schemas.openxmlformats.org/officeDocument/2006/relationships" id="259" r:id="Rc3f89edfde604a6c"/>
    <p:sldId xmlns:r="http://schemas.openxmlformats.org/officeDocument/2006/relationships" id="260" r:id="Rb369a895cdc34ecf"/>
    <p:sldId xmlns:r="http://schemas.openxmlformats.org/officeDocument/2006/relationships" id="261" r:id="R9ec23b8360e240e6"/>
    <p:sldId xmlns:r="http://schemas.openxmlformats.org/officeDocument/2006/relationships" id="262" r:id="R61311ed322c1432a"/>
    <p:sldId xmlns:r="http://schemas.openxmlformats.org/officeDocument/2006/relationships" id="263" r:id="R12458266b6e5422b"/>
    <p:sldId xmlns:r="http://schemas.openxmlformats.org/officeDocument/2006/relationships" id="264" r:id="R22167f453c7943bf"/>
    <p:sldId xmlns:r="http://schemas.openxmlformats.org/officeDocument/2006/relationships" id="265" r:id="R1a736ec2495145ae"/>
    <p:sldId xmlns:r="http://schemas.openxmlformats.org/officeDocument/2006/relationships" id="266" r:id="R1f6e73bad13b4962"/>
    <p:sldId xmlns:r="http://schemas.openxmlformats.org/officeDocument/2006/relationships" id="267" r:id="R3fd21ab1851a4233"/>
    <p:sldId xmlns:r="http://schemas.openxmlformats.org/officeDocument/2006/relationships" id="268" r:id="Rbac6702d98164379"/>
    <p:sldId xmlns:r="http://schemas.openxmlformats.org/officeDocument/2006/relationships" id="269" r:id="Re902ca5636a24dfd"/>
    <p:sldId xmlns:r="http://schemas.openxmlformats.org/officeDocument/2006/relationships" id="270" r:id="R42b9cafa0dda41df"/>
    <p:sldId xmlns:r="http://schemas.openxmlformats.org/officeDocument/2006/relationships" id="271" r:id="R13d9cbdb6ec44cf4"/>
    <p:sldId xmlns:r="http://schemas.openxmlformats.org/officeDocument/2006/relationships" id="272" r:id="R78859b6b407e4152"/>
    <p:sldId xmlns:r="http://schemas.openxmlformats.org/officeDocument/2006/relationships" id="273" r:id="R3de4e6abfeaa48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a90788e9ada47c0" /><Relationship Type="http://schemas.openxmlformats.org/officeDocument/2006/relationships/slideMaster" Target="/ppt/slideMasters/slideMaster1.xml" Id="Rb8b01af3b1ba48da" /><Relationship Type="http://schemas.openxmlformats.org/officeDocument/2006/relationships/notesMaster" Target="/ppt/notesMasters/notesMaster1.xml" Id="R393ca4405e6a437d" /><Relationship Type="http://schemas.openxmlformats.org/officeDocument/2006/relationships/presProps" Target="/ppt/presProps.xml" Id="Red183a4339694221" /><Relationship Type="http://schemas.openxmlformats.org/officeDocument/2006/relationships/viewProps" Target="/ppt/viewProps.xml" Id="Rec052554f6544955" /><Relationship Type="http://schemas.openxmlformats.org/officeDocument/2006/relationships/tableStyles" Target="/ppt/tableStyles.xml" Id="Rc8a4e04576fd4b18" /><Relationship Type="http://schemas.openxmlformats.org/officeDocument/2006/relationships/slide" Target="/ppt/slides/slide1.xml" Id="Rc8c420faf64b4a60" /><Relationship Type="http://schemas.openxmlformats.org/officeDocument/2006/relationships/slide" Target="/ppt/slides/slide2.xml" Id="Rc70844cf0b584299" /><Relationship Type="http://schemas.openxmlformats.org/officeDocument/2006/relationships/slide" Target="/ppt/slides/slide3.xml" Id="R5f360a62150045b5" /><Relationship Type="http://schemas.openxmlformats.org/officeDocument/2006/relationships/slide" Target="/ppt/slides/slide4.xml" Id="Rc3f89edfde604a6c" /><Relationship Type="http://schemas.openxmlformats.org/officeDocument/2006/relationships/slide" Target="/ppt/slides/slide5.xml" Id="Rb369a895cdc34ecf" /><Relationship Type="http://schemas.openxmlformats.org/officeDocument/2006/relationships/slide" Target="/ppt/slides/slide6.xml" Id="R9ec23b8360e240e6" /><Relationship Type="http://schemas.openxmlformats.org/officeDocument/2006/relationships/slide" Target="/ppt/slides/slide7.xml" Id="R61311ed322c1432a" /><Relationship Type="http://schemas.openxmlformats.org/officeDocument/2006/relationships/slide" Target="/ppt/slides/slide8.xml" Id="R12458266b6e5422b" /><Relationship Type="http://schemas.openxmlformats.org/officeDocument/2006/relationships/slide" Target="/ppt/slides/slide9.xml" Id="R22167f453c7943bf" /><Relationship Type="http://schemas.openxmlformats.org/officeDocument/2006/relationships/slide" Target="/ppt/slides/slide10.xml" Id="R1a736ec2495145ae" /><Relationship Type="http://schemas.openxmlformats.org/officeDocument/2006/relationships/slide" Target="/ppt/slides/slide11.xml" Id="R1f6e73bad13b4962" /><Relationship Type="http://schemas.openxmlformats.org/officeDocument/2006/relationships/slide" Target="/ppt/slides/slide12.xml" Id="R3fd21ab1851a4233" /><Relationship Type="http://schemas.openxmlformats.org/officeDocument/2006/relationships/slide" Target="/ppt/slides/slide13.xml" Id="Rbac6702d98164379" /><Relationship Type="http://schemas.openxmlformats.org/officeDocument/2006/relationships/slide" Target="/ppt/slides/slide14.xml" Id="Re902ca5636a24dfd" /><Relationship Type="http://schemas.openxmlformats.org/officeDocument/2006/relationships/slide" Target="/ppt/slides/slide15.xml" Id="R42b9cafa0dda41df" /><Relationship Type="http://schemas.openxmlformats.org/officeDocument/2006/relationships/slide" Target="/ppt/slides/slide16.xml" Id="R13d9cbdb6ec44cf4" /><Relationship Type="http://schemas.openxmlformats.org/officeDocument/2006/relationships/slide" Target="/ppt/slides/slide17.xml" Id="R78859b6b407e4152" /><Relationship Type="http://schemas.openxmlformats.org/officeDocument/2006/relationships/slide" Target="/ppt/slides/slide18.xml" Id="R3de4e6abfeaa48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92a384f6f24f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90f4ec691843e5" /><Relationship Type="http://schemas.openxmlformats.org/officeDocument/2006/relationships/notesMaster" Target="/ppt/notesMasters/notesMaster1.xml" Id="R47c0a77a265a4b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833c09fdc94ef3" /><Relationship Type="http://schemas.openxmlformats.org/officeDocument/2006/relationships/notesMaster" Target="/ppt/notesMasters/notesMaster1.xml" Id="R0be8e46f162747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159bde8f134fea" /><Relationship Type="http://schemas.openxmlformats.org/officeDocument/2006/relationships/notesMaster" Target="/ppt/notesMasters/notesMaster1.xml" Id="Rad796245261f4c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0812d3b8c44d65" /><Relationship Type="http://schemas.openxmlformats.org/officeDocument/2006/relationships/notesMaster" Target="/ppt/notesMasters/notesMaster1.xml" Id="R86cd0029adf447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de106b88b94c55" /><Relationship Type="http://schemas.openxmlformats.org/officeDocument/2006/relationships/notesMaster" Target="/ppt/notesMasters/notesMaster1.xml" Id="R6ce21594c13642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a2e41b476f4ed9" /><Relationship Type="http://schemas.openxmlformats.org/officeDocument/2006/relationships/notesMaster" Target="/ppt/notesMasters/notesMaster1.xml" Id="Rdc2445b8cd8348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a063b2cab24489" /><Relationship Type="http://schemas.openxmlformats.org/officeDocument/2006/relationships/notesMaster" Target="/ppt/notesMasters/notesMaster1.xml" Id="R22fe08e7187946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fcdaca0ca641ab" /><Relationship Type="http://schemas.openxmlformats.org/officeDocument/2006/relationships/notesMaster" Target="/ppt/notesMasters/notesMaster1.xml" Id="R791b260d6e3e419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4c7456bd2a4878" /><Relationship Type="http://schemas.openxmlformats.org/officeDocument/2006/relationships/notesMaster" Target="/ppt/notesMasters/notesMaster1.xml" Id="Reaa45ec2914b4af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adb0fbf0304cda" /><Relationship Type="http://schemas.openxmlformats.org/officeDocument/2006/relationships/notesMaster" Target="/ppt/notesMasters/notesMaster1.xml" Id="R160de90d311a42b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0961583f43a48e3" /><Relationship Type="http://schemas.openxmlformats.org/officeDocument/2006/relationships/notesMaster" Target="/ppt/notesMasters/notesMaster1.xml" Id="Rb628398b8096498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b98cafb5f84957" /><Relationship Type="http://schemas.openxmlformats.org/officeDocument/2006/relationships/notesMaster" Target="/ppt/notesMasters/notesMaster1.xml" Id="R995b9cdc553e4c6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0c02ca6c48c4ff8" /><Relationship Type="http://schemas.openxmlformats.org/officeDocument/2006/relationships/notesMaster" Target="/ppt/notesMasters/notesMaster1.xml" Id="R8862b411146b478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a6a329a038042db" /><Relationship Type="http://schemas.openxmlformats.org/officeDocument/2006/relationships/notesMaster" Target="/ppt/notesMasters/notesMaster1.xml" Id="Rfe10269b3af74ae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20117eeb298490c" /><Relationship Type="http://schemas.openxmlformats.org/officeDocument/2006/relationships/notesMaster" Target="/ppt/notesMasters/notesMaster1.xml" Id="Rb518ff9a4399440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ee4d62f4bf547db" /><Relationship Type="http://schemas.openxmlformats.org/officeDocument/2006/relationships/notesMaster" Target="/ppt/notesMasters/notesMaster1.xml" Id="Ra6d13fbce9cf40c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57599ac219b4c92" /><Relationship Type="http://schemas.openxmlformats.org/officeDocument/2006/relationships/notesMaster" Target="/ppt/notesMasters/notesMaster1.xml" Id="R7270ae75be4040e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8fd51a59f914d8a" /><Relationship Type="http://schemas.openxmlformats.org/officeDocument/2006/relationships/notesMaster" Target="/ppt/notesMasters/notesMaster1.xml" Id="R38c2fab8c7884d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 관광데이터 활용 공모전 ① 웹·앱 개발 부문 기능설명서.</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예선 제안서의 장병·가족 제한시간 관광 문제를 현재 구현 범위로 정리. 실제 군번·휴가증·작전·근무 정보나 GPS 자동 수집은 하지 않음.</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기능은 5개. 상세 흐름도에서 같은 명칭을 사용하며 복잡한 기능만 두 쪽으로 나눔.</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대표 로고 B 다시 만나는 길. 실제 화면 3개: 일정표, 여유 비교, 공개 제안. 모두 운영 UI이며 예시 여행은 기능 확인용. 사진: ⓒ한국관광공사.</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2026-09-21 기준 추천 코스 36개: 철원·화천·양구·인제·고성 각 6개, 춘천·속초 각 3개. 관문 코스는 필요한 실제 API 장소가 조회될 때 표시된다. 근거: web/lib/discovery.ts, reports/content_guided_entry_2026-09-21.md.</a:t>
            </a:r>
          </a:p>
          <a:p xmlns:a="http://schemas.openxmlformats.org/drawingml/2006/main">
            <a:r>
              <a:t>운영 서비스: https://gunbeon.gangwon.kr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2026-09-21 운영 v23 기준. 민준 및 openapi 모두 로그인마다 독립 계정·여행·그룹 사본을 생성한다. 민준: 계획 4개·기록 1개·그룹 3개, openapi: 계획 3개·기록 1개·그룹 2개. 수정은 유효한 동일 로그인 세션에서 임시 유지되며 재로그인·별도 기기의 새 로그인은 초기 예시로 시작한다. 다른 기기의 로그인은 기존 세션을 초기화하지 않는다. 개인 계정의 지속 저장·Google/Naver 연결은 그대로이며 테스트 계정은 개인 OAuth 연결·실제 동행 초대/참여·기기자료 가져오기를 제한한다. 20초 안내와 5단계 가이드는 모든 사용자가 상단에서 다시 열 수 있다. 건너뛰기·일시정지·모션 감소 지원. 캡처: reports/qa/description-v3-3/screens. 구현 근거: reports/isolated_test_accounts_2026-09-21.md, reports/universal_guide_2026-09-21.md. 개인 소셜 동의 화면을 이번 문서 작업에서 다시 촬영한 것은 아니다.</a:t>
            </a:r>
          </a:p>
          <a:p xmlns:a="http://schemas.openxmlformats.org/drawingml/2006/main">
            <a:r>
              <a:t>운영 서비스: https://gunbeon.gangwon.kr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2026-09-21 현재 둘러보기는 날짜 없이 추천 코스·장소를 탐색한다. 저장 일정에서 출발 날짜/시각과 개인 복귀 기준을 입력한다. 관광공사 7개 유형은 관광지(12), 문화시설(14), 행사/축제(15), 레포츠(28), 숙박(32), 쇼핑(38), 음식점(39). 한 장소로 새 일정 작성·기존 일정 편집 중 추가·직접 입력·빈 일정 저장을 지원한다. 추가 조회는 제공자의 실제 pageNo로 요청한다. 캡처는 운영 서비스의 실제 검색 화면이며 관광지 사진 출처는 ⓒ한국관광공사. 증거: reports/qa/content-guided-entry/live-content.json, reports/qa/content-guided-entry/production/tourapi.json, reports/qa/description-v3-3/screens/capture.json.</a:t>
            </a:r>
          </a:p>
          <a:p xmlns:a="http://schemas.openxmlformats.org/drawingml/2006/main">
            <a:r>
              <a:t>운영 서비스: https://gunbeon.gangwon.kr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조건은 여행별 Entry.plan.conditions에 저장. 빈 일정 저장 가능. 계획 탐색은 현재 시각 기준이 아니며 현재 출타만 현재 시각 사용.</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동행 그룹은 초대코드로 함께 일정을 작성하고 개인 사본으로 가져온다. 개인 복귀 시각·출타 진행·방문 기록은 그룹에 자동 전송되지 않으며 공동 원본과 개인 사본은 자동 동기화되지 않는다. 2026-09-21 기준 민준·openapi 테스트 계정은 실제 지인 초대·참여가 제한되고 예시 그룹 또는 자기 체험 공간의 그룹을 사용한다. 개인 계정에서 실제 초대·참여 기능을 이용한다. 캡처는 기존 9/16 검증의 실제 게스트 2인 초대/참여·공동 일정과 개인 사본이며 임시 그룹만 촬영 후 정리했다. 근거: reports/qa/submission-2026-09-16/redesign/meta.json, reports/isolated_test_accounts_2026-09-21.md.</a:t>
            </a:r>
          </a:p>
          <a:p xmlns:a="http://schemas.openxmlformats.org/drawingml/2006/main">
            <a:r>
              <a:t>운영 서비스: https://gunbeon.gangwon.kr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입력값과 거리 기반 이동시간에 따른 참고 추정. 도보 추정은 자체 기본자료이며 TourAPI의 실제 측정값이 아님. 실제 교통·소속 부대 규정은 별도 확인.</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동일 합성 예시의 추정 비교: +119→+192분(+73분), 도보30→15분. 실제 이동시간 절감 성과가 아님. 06→35→36→37 조정 적용/되돌리기 실검사. 되돌리기는 편집 중 저장 전 적용 가능하며 영구 저장 후 undo를 제공한다고 쓰지 않음.</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40→41 실제 완료 동작으로 같은 관광지3곳과 입경/복귀/동행3스탬프 저장. 방문 기록은 사용자 확인이며 GPS 인증이 아님. 공유 카드에 개인 복귀 시각·상세 좌표·직접 입력 장소가 포함되지 않음.</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54→56은 같은 공개 링크. 방문자가 실제 TourAPI 검색으로 삼부연폭포를 선택. 로그인 없이 공개 제안 가능하며 원본 개인 계획을 직접 변경할 수 없음.</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57→58→59 동일 링크의 실제 제안 검토, 개인 계획 저장, adopt API200 확인. 여행 완료나 현장 방문과 무관한 제안 반영 상태.</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앱에서 다운로드한 1080×1920 PNG. 왼쪽은 가상 체험 계획, 오른쪽은 방문자의 실제 제안→개인계획 저장→반영 표시를 거친 가상 여행의 공유 카드다. 현장 여행 성과가 아니다. 현재 출타는 사용자가 선택할 때 카드 생성 시점의 약 N시간을 표시하며 자동 갱신되지 않는다. 정확한 시각·만남장소·개인일정 제목·좌표는 제외. SNS 게시 완료는 사용자가 대상 앱에서 실행. 사진은 KTO 제공 원본 비율 유지, 출처표시. QR 링크는 촬영 후 삭제한 검증용 링크이므로 심사 시 새 공유안을 생성한다.</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2026-09-21 확인: 한국관광공사 실사용 OpenAPI 서비스는 여전히 KorService2와 KorWithService2 2종이다. 7개 유형은 국문 서비스 안의 contentTypeId 분류로, API 서비스 7종이 아니다. 국문 지역 목록·키워드 검색·추가 페이지·공통/소개 상세·제공 대표 이미지를 사용하며 무장애 상세를 연결한다. 정상 API 응답과 사진 원문을 D1에 적재하지 않고 페이지 메모리에서 재사용한다. 개인 DB에는 사용자 작성 일정과 허용된 장소 참조만 저장한다. 집중률·중심·연관 API는 검증만 했으므로 실사용 목록에 추가하지 않는다. 실제 API 증거: reports/qa/content-guided-entry/production/tourapi.json. 구현: web/lib/tour-api.ts, web/lib/page-cache.ts. 운영 정책: reports/tourapi_operations_policy.md.</a:t>
            </a:r>
          </a:p>
          <a:p xmlns:a="http://schemas.openxmlformats.org/drawingml/2006/main">
            <a:r>
              <a:t>운영 서비스: https://gunbeon.gangwon.kr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통일부/보훈 기본자료는 API 성공 응답을 대체한 모의자료가 아니라 출처가 있는 파일·수집 자료. 기상청은 시군청 대표격자8시간 예보; 자동 모든날짜보정 아님. 카카오지도는 위치표시와외부길찾기. 자체 이동추정에 카카오 실시간 교통시간을 쓴다고 주장하지 않음. 새 실제스크린샷 reports/qa/submission-2026-09-16/redesign.</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발전계획은 향후 검증안. 현재 이용자 증가/관광소비 성과나 확정기관제휴를 의미하지 않음. 초대→공동계획→공개제안→새여행복사→재사용을 관찰하며 성장가설을 검증할 계획.</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5010ffca9b4a0a" /><Relationship Type="http://schemas.openxmlformats.org/officeDocument/2006/relationships/image" Target="/ppt/media/image.png" Id="R4cb1da770bb849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bc2439b8ffc49f5" /><Relationship Type="http://schemas.openxmlformats.org/officeDocument/2006/relationships/image" Target="/ppt/media/image2.png" Id="R9f086bcc7c044e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2a7fb43c5724edb" /><Relationship Type="http://schemas.openxmlformats.org/officeDocument/2006/relationships/image" Target="/ppt/media/image3.png" Id="Rc60589939c3a48c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892b4817cd542e4" /><Relationship Type="http://schemas.openxmlformats.org/officeDocument/2006/relationships/image" Target="/ppt/media/image4.png" Id="Rea83b69cea304c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dd670d856a43ce" /><Relationship Type="http://schemas.openxmlformats.org/officeDocument/2006/relationships/image" Target="/ppt/media/image5.png" Id="R256cefa65e464b9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74f57b7772a4ba4" /><Relationship Type="http://schemas.openxmlformats.org/officeDocument/2006/relationships/image" Target="/ppt/media/image6.png" Id="R7bc6a9f1f3f3443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b16cbaef65e4c3b" /><Relationship Type="http://schemas.openxmlformats.org/officeDocument/2006/relationships/image" Target="/ppt/media/image7.png" Id="R58938a69d9be4a7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01bca2a9c7a4ff6" /></Relationships>
</file>

<file path=ppt/slideLayouts/slideLayout1.xml><?xml version="1.0" encoding="utf-8"?>
<p:sldLayout xmlns:p="http://schemas.openxmlformats.org/presentationml/2006/main" preserve="1" userDrawn="1">
  <p:cSld name="표지">
    <p:spTree>
      <p:nvGrpSpPr>
        <p:cNvPr id="1" name=""/>
        <p:cNvGrpSpPr/>
        <p:nvPr/>
      </p:nvGrpSpPr>
      <p:grpSpPr>
        <a:xfrm xmlns:a="http://schemas.openxmlformats.org/drawingml/2006/main"/>
      </p:grpSpPr>
      <p:pic>
        <p:nvPicPr>
          <p:cNvPr id="2" name="그림 1"/>
          <p:cNvPicPr>
            <a:picLocks xmlns:a="http://schemas.openxmlformats.org/drawingml/2006/main" noChangeAspect="1"/>
          </p:cNvPicPr>
          <p:nvPr/>
        </p:nvPicPr>
        <p:blipFill>
          <a:blip xmlns:r="http://schemas.openxmlformats.org/officeDocument/2006/relationships" xmlns:a="http://schemas.openxmlformats.org/drawingml/2006/main" r:embed="R4cb1da770bb84961"/>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cSld>
</p:sldLayout>
</file>

<file path=ppt/slideLayouts/slideLayout2.xml><?xml version="1.0" encoding="utf-8"?>
<p:sldLayout xmlns:p="http://schemas.openxmlformats.org/presentationml/2006/main" type="blank" preserve="1">
  <p:cSld name="서비스 소개">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9f086bcc7c044e1a"/>
          <a:stretch xmlns:a="http://schemas.openxmlformats.org/drawingml/2006/main">
            <a:fillRect l="0" t="0" r="0" b="0"/>
          </a:stretch>
        </p:blipFill>
        <p:spPr>
          <a:xfrm xmlns:a="http://schemas.openxmlformats.org/drawingml/2006/main">
            <a:off x="0" y="0"/>
            <a:ext cx="12192000" cy="6857999"/>
          </a:xfrm>
          <a:prstGeom xmlns:a="http://schemas.openxmlformats.org/drawingml/2006/main" prst="rect">
            <a:avLst/>
          </a:prstGeom>
        </p:spPr>
      </p:pic>
    </p:spTree>
  </p:cSld>
</p:sldLayout>
</file>

<file path=ppt/slideLayouts/slideLayout3.xml><?xml version="1.0" encoding="utf-8"?>
<p:sldLayout xmlns:p="http://schemas.openxmlformats.org/presentationml/2006/main" type="blank" preserve="1">
  <p:cSld name="지역 특화 서비스 구현 세부내용">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c60589939c3a48ca"/>
          <a:stretch xmlns:a="http://schemas.openxmlformats.org/drawingml/2006/main">
            <a:fillRect l="0" t="0" r="0" b="0"/>
          </a:stretch>
        </p:blipFill>
        <p:spPr>
          <a:xfrm xmlns:a="http://schemas.openxmlformats.org/drawingml/2006/main">
            <a:off x="0" y="0"/>
            <a:ext cx="12192000" cy="6840835"/>
          </a:xfrm>
          <a:prstGeom xmlns:a="http://schemas.openxmlformats.org/drawingml/2006/main" prst="rect">
            <a:avLst/>
          </a:prstGeom>
        </p:spPr>
      </p:pic>
    </p:spTree>
  </p:cSld>
</p:sldLayout>
</file>

<file path=ppt/slideLayouts/slideLayout4.xml><?xml version="1.0" encoding="utf-8"?>
<p:sldLayout xmlns:p="http://schemas.openxmlformats.org/presentationml/2006/main" type="blank" preserve="1">
  <p:cSld name="서비스 핵심 기능별 흐름도">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ea83b69cea304cba"/>
          <a:stretch xmlns:a="http://schemas.openxmlformats.org/drawingml/2006/main">
            <a:fillRect l="0" t="0" r="0" b="0"/>
          </a:stretch>
        </p:blipFill>
        <p:spPr>
          <a:xfrm xmlns:a="http://schemas.openxmlformats.org/drawingml/2006/main">
            <a:off x="13438" y="18574"/>
            <a:ext cx="12165123" cy="6839426"/>
          </a:xfrm>
          <a:prstGeom xmlns:a="http://schemas.openxmlformats.org/drawingml/2006/main" prst="rect">
            <a:avLst/>
          </a:prstGeom>
        </p:spPr>
      </p:pic>
    </p:spTree>
  </p:cSld>
</p:sldLayout>
</file>

<file path=ppt/slideLayouts/slideLayout5.xml><?xml version="1.0" encoding="utf-8"?>
<p:sldLayout xmlns:p="http://schemas.openxmlformats.org/presentationml/2006/main" type="blank" preserve="1">
  <p:cSld name="데이터 활용(한국관광공사 OpenAPI)">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256cefa65e464b99"/>
          <a:stretch xmlns:a="http://schemas.openxmlformats.org/drawingml/2006/main">
            <a:fillRect l="0" t="0" r="0" b="0"/>
          </a:stretch>
        </p:blipFill>
        <p:spPr>
          <a:xfrm xmlns:a="http://schemas.openxmlformats.org/drawingml/2006/main">
            <a:off x="3912" y="13811"/>
            <a:ext cx="12184175" cy="6830378"/>
          </a:xfrm>
          <a:prstGeom xmlns:a="http://schemas.openxmlformats.org/drawingml/2006/main" prst="rect">
            <a:avLst/>
          </a:prstGeom>
        </p:spPr>
      </p:pic>
    </p:spTree>
  </p:cSld>
</p:sldLayout>
</file>

<file path=ppt/slideLayouts/slideLayout6.xml><?xml version="1.0" encoding="utf-8"?>
<p:sldLayout xmlns:p="http://schemas.openxmlformats.org/presentationml/2006/main" type="blank" preserve="1">
  <p:cSld name="데이터 활용(기타)">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7bc6a9f1f3f34437"/>
          <a:stretch xmlns:a="http://schemas.openxmlformats.org/drawingml/2006/main">
            <a:fillRect l="0" t="0" r="0" b="0"/>
          </a:stretch>
        </p:blipFill>
        <p:spPr>
          <a:xfrm xmlns:a="http://schemas.openxmlformats.org/drawingml/2006/main">
            <a:off x="8675" y="9047"/>
            <a:ext cx="12174649" cy="6839905"/>
          </a:xfrm>
          <a:prstGeom xmlns:a="http://schemas.openxmlformats.org/drawingml/2006/main" prst="rect">
            <a:avLst/>
          </a:prstGeom>
        </p:spPr>
      </p:pic>
    </p:spTree>
  </p:cSld>
</p:sldLayout>
</file>

<file path=ppt/slideLayouts/slideLayout7.xml><?xml version="1.0" encoding="utf-8"?>
<p:sldLayout xmlns:p="http://schemas.openxmlformats.org/presentationml/2006/main" type="blank" preserve="1">
  <p:cSld name="서비스 차별성&amp;발전계획">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58938a69d9be4a73"/>
          <a:stretch xmlns:a="http://schemas.openxmlformats.org/drawingml/2006/main">
            <a:fillRect l="0" t="0" r="0" b="0"/>
          </a:stretch>
        </p:blipFill>
        <p:spPr>
          <a:xfrm xmlns:a="http://schemas.openxmlformats.org/drawingml/2006/main">
            <a:off x="3912" y="4284"/>
            <a:ext cx="12184175" cy="6849431"/>
          </a:xfrm>
          <a:prstGeom xmlns:a="http://schemas.openxmlformats.org/drawingml/2006/main" prst="rect">
            <a:avLst/>
          </a:prstGeom>
        </p:spPr>
      </p:pic>
    </p:spTree>
  </p:cSld>
</p:sldLayout>
</file>

<file path=ppt/slideLayouts/slideLayout8.xml><?xml version="1.0" encoding="utf-8"?>
<p:sldLayout xmlns:p="http://schemas.openxmlformats.org/presentationml/2006/main" type="blank" preserve="1">
  <p:cSld name="빈 화면">
    <p:spTree>
      <p:nvGrpSpPr>
        <p:cNvPr id="1" name=""/>
        <p:cNvGrpSpPr/>
        <p:nvPr/>
      </p:nvGrpSpPr>
      <p:grpSpPr>
        <a:xfrm xmlns:a="http://schemas.openxmlformats.org/drawingml/2006/main"/>
      </p:grpSpPr>
      <p:sp>
        <p:nvSpPr>
          <p:cNvPr id="2" name="날짜 개체 틀 1">
            <a:extLst xmlns:a="http://schemas.openxmlformats.org/drawingml/2006/main">
              <a:ext uri="{FF2B5EF4-FFF2-40B4-BE49-F238E27FC236}">
                <a16:creationId xmlns:a16="http://schemas.microsoft.com/office/drawing/2014/main" id="{D5E1AED6-6D83-45AF-AFB8-2C86E88CFF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A38FB6A-844E-4645-B6B8-D2945F9927BB}" type="datetimeFigureOut">
              <a:t>2026-07-29</a:t>
            </a:fld>
            <a:endParaRPr/>
          </a:p>
        </p:txBody>
      </p:sp>
      <p:sp>
        <p:nvSpPr>
          <p:cNvPr id="3" name="바닥글 개체 틀 2">
            <a:extLst xmlns:a="http://schemas.openxmlformats.org/drawingml/2006/main">
              <a:ext uri="{FF2B5EF4-FFF2-40B4-BE49-F238E27FC236}">
                <a16:creationId xmlns:a16="http://schemas.microsoft.com/office/drawing/2014/main" id="{901001FD-BDAC-4A76-917F-ED16F21F32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슬라이드 번호 개체 틀 3">
            <a:extLst xmlns:a="http://schemas.openxmlformats.org/drawingml/2006/main">
              <a:ext uri="{FF2B5EF4-FFF2-40B4-BE49-F238E27FC236}">
                <a16:creationId xmlns:a16="http://schemas.microsoft.com/office/drawing/2014/main" id="{F0611343-FC5A-470B-A699-EEB1C58FEA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8832701-68F9-4777-ABB9-C14E97591467}" type="slidenum">
              <a:t>‹#›</a:t>
            </a:fld>
            <a:endParaRPr/>
          </a:p>
        </p:txBody>
      </p:sp>
      <p:sp>
        <p:nvSpPr>
          <p:cNvPr id="12" name="TextBox 11">
            <a:extLst xmlns:a="http://schemas.openxmlformats.org/drawingml/2006/main">
              <a:ext uri="{FF2B5EF4-FFF2-40B4-BE49-F238E27FC236}">
                <a16:creationId xmlns:a16="http://schemas.microsoft.com/office/drawing/2014/main" id="{F0929300-CCB5-473C-9550-25FE89C4176A}"/>
              </a:ext>
            </a:extLst>
          </p:cNvPr>
          <p:cNvSpPr>
            <a:spLocks xmlns:a="http://schemas.openxmlformats.org/drawingml/2006/main" noGrp="1"/>
          </p:cNvSpPr>
          <p:nvPr/>
        </p:nvSpPr>
        <p:spPr>
          <a:xfrm xmlns:a="http://schemas.openxmlformats.org/drawingml/2006/main" rot="0" flipH="0" flipV="0">
            <a:off x="8161715" y="256797"/>
            <a:ext cx="2419001" cy="340519"/>
          </a:xfrm>
          <a:prstGeom xmlns:a="http://schemas.openxmlformats.org/drawingml/2006/main" prst="roundRect">
            <a:avLst/>
          </a:prstGeom>
          <a:solidFill xmlns:a="http://schemas.openxmlformats.org/drawingml/2006/main">
            <a:srgbClr val="FF6F00"/>
          </a:solidFill>
        </p:spPr>
        <p:txBody>
          <a:bodyPr xmlns:a="http://schemas.openxmlformats.org/drawingml/2006/main" wrap="square">
            <a:spAutoFit/>
          </a:bodyPr>
          <a:lstStyle xmlns:a="http://schemas.openxmlformats.org/drawingml/2006/main"/>
          <a:p xmlns:a="http://schemas.openxmlformats.org/drawingml/2006/main">
            <a:pPr algn="ctr">
              <a:buNone/>
            </a:pPr>
            <a:r>
              <a:rPr sz="1400">
                <a:solidFill>
                  <a:schemeClr val="bg1"/>
                </a:solidFill>
                <a:latin typeface="Noto Sans KR Medium"/>
                <a:ea typeface="Noto Sans KR Medium"/>
                <a:cs typeface="Noto Sans KR Medium"/>
              </a:rPr>
              <a:t>2026 </a:t>
            </a:r>
            <a:r>
              <a:rPr sz="1400">
                <a:solidFill>
                  <a:schemeClr val="bg1"/>
                </a:solidFill>
                <a:latin typeface="Noto Sans KR Medium"/>
                <a:ea typeface="Noto Sans KR Medium"/>
                <a:cs typeface="Noto Sans KR Medium"/>
              </a:rPr>
              <a:t>관광데이터 활용 공모전</a:t>
            </a:r>
            <a:endParaRPr sz="1400">
              <a:solidFill>
                <a:schemeClr val="bg1"/>
              </a:solidFill>
              <a:latin typeface="Noto Sans KR Medium"/>
              <a:ea typeface="Noto Sans KR Medium"/>
              <a:cs typeface="Noto Sans KR Medium"/>
            </a:endParaRPr>
          </a:p>
        </p:txBody>
      </p:sp>
      <p:sp>
        <p:nvSpPr>
          <p:cNvPr id="13" name="TextBox 12">
            <a:extLst xmlns:a="http://schemas.openxmlformats.org/drawingml/2006/main">
              <a:ext uri="{FF2B5EF4-FFF2-40B4-BE49-F238E27FC236}">
                <a16:creationId xmlns:a16="http://schemas.microsoft.com/office/drawing/2014/main" id="{640A5445-438E-4736-8872-C89CC3867ED3}"/>
              </a:ext>
            </a:extLst>
          </p:cNvPr>
          <p:cNvSpPr>
            <a:spLocks xmlns:a="http://schemas.openxmlformats.org/drawingml/2006/main" noGrp="1"/>
          </p:cNvSpPr>
          <p:nvPr/>
        </p:nvSpPr>
        <p:spPr>
          <a:xfrm xmlns:a="http://schemas.openxmlformats.org/drawingml/2006/main" rot="0" flipH="0" flipV="0">
            <a:off x="10674929" y="256797"/>
            <a:ext cx="1327264" cy="340519"/>
          </a:xfrm>
          <a:prstGeom xmlns:a="http://schemas.openxmlformats.org/drawingml/2006/main" prst="roundRect">
            <a:avLst/>
          </a:prstGeom>
          <a:solidFill xmlns:a="http://schemas.openxmlformats.org/drawingml/2006/main">
            <a:srgbClr val="FFFDE7"/>
          </a:solidFill>
        </p:spPr>
        <p:txBody>
          <a:bodyPr xmlns:a="http://schemas.openxmlformats.org/drawingml/2006/main" wrap="square">
            <a:spAutoFit/>
          </a:bodyPr>
          <a:lstStyle xmlns:a="http://schemas.openxmlformats.org/drawingml/2006/main"/>
          <a:p xmlns:a="http://schemas.openxmlformats.org/drawingml/2006/main">
            <a:pPr algn="ctr">
              <a:buNone/>
            </a:pPr>
            <a:r>
              <a:rPr sz="1400">
                <a:latin typeface="Noto Sans KR Medium"/>
                <a:ea typeface="Noto Sans KR Medium"/>
                <a:cs typeface="Noto Sans KR Medium"/>
              </a:rPr>
              <a:t>웹〮앱 개발 부문</a:t>
            </a:r>
            <a:endParaRPr sz="1400">
              <a:latin typeface="Noto Sans KR Medium"/>
              <a:ea typeface="Noto Sans KR Medium"/>
              <a:cs typeface="Noto Sans KR Medium"/>
            </a:endParaRPr>
          </a:p>
        </p:txBody>
      </p:sp>
      <p:sp>
        <p:nvSpPr>
          <p:cNvPr id="11" name="직사각형 10">
            <a:extLst xmlns:a="http://schemas.openxmlformats.org/drawingml/2006/main">
              <a:ext uri="{FF2B5EF4-FFF2-40B4-BE49-F238E27FC236}">
                <a16:creationId xmlns:a16="http://schemas.microsoft.com/office/drawing/2014/main" id="{BE8E8E1F-7FF6-41D4-BF74-8B6BE630CB8D}"/>
              </a:ext>
            </a:extLst>
          </p:cNvPr>
          <p:cNvSpPr>
            <a:spLocks xmlns:a="http://schemas.openxmlformats.org/drawingml/2006/main" noGrp="1"/>
          </p:cNvSpPr>
          <p:nvPr/>
        </p:nvSpPr>
        <p:spPr>
          <a:xfrm xmlns:a="http://schemas.openxmlformats.org/drawingml/2006/main" rot="0" flipH="0" flipV="0">
            <a:off x="189807" y="791993"/>
            <a:ext cx="11812386" cy="45719"/>
          </a:xfrm>
          <a:prstGeom xmlns:a="http://schemas.openxmlformats.org/drawingml/2006/main" prst="rect">
            <a:avLst/>
          </a:prstGeom>
          <a:solidFill xmlns:a="http://schemas.openxmlformats.org/drawingml/2006/main">
            <a:srgbClr val="FF6F0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944549bc93413c" /><Relationship Type="http://schemas.openxmlformats.org/officeDocument/2006/relationships/slideLayout" Target="/ppt/slideLayouts/slideLayout1.xml" Id="R64fff5130d5646c8" /><Relationship Type="http://schemas.openxmlformats.org/officeDocument/2006/relationships/slideLayout" Target="/ppt/slideLayouts/slideLayout2.xml" Id="R62124335c1574f77" /><Relationship Type="http://schemas.openxmlformats.org/officeDocument/2006/relationships/slideLayout" Target="/ppt/slideLayouts/slideLayout3.xml" Id="Rf8f4ce200a5f41d3" /><Relationship Type="http://schemas.openxmlformats.org/officeDocument/2006/relationships/slideLayout" Target="/ppt/slideLayouts/slideLayout4.xml" Id="R5ef59fd7013a4897" /><Relationship Type="http://schemas.openxmlformats.org/officeDocument/2006/relationships/slideLayout" Target="/ppt/slideLayouts/slideLayout5.xml" Id="Rcb094ff63fbb478b" /><Relationship Type="http://schemas.openxmlformats.org/officeDocument/2006/relationships/slideLayout" Target="/ppt/slideLayouts/slideLayout6.xml" Id="R00081bfa779449e8" /><Relationship Type="http://schemas.openxmlformats.org/officeDocument/2006/relationships/slideLayout" Target="/ppt/slideLayouts/slideLayout7.xml" Id="R1e0d9e29bfdf4c65" /><Relationship Type="http://schemas.openxmlformats.org/officeDocument/2006/relationships/slideLayout" Target="/ppt/slideLayouts/slideLayout8.xml" Id="R9f6bb3b0dbee453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제목 개체 틀 1">
            <a:extLst xmlns:a="http://schemas.openxmlformats.org/drawingml/2006/main">
              <a:ext uri="{FF2B5EF4-FFF2-40B4-BE49-F238E27FC236}">
                <a16:creationId xmlns:a16="http://schemas.microsoft.com/office/drawing/2014/main" id="{77F9D94F-6AAE-4CF7-B4E4-13C2E355868E}"/>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마스터 제목 스타일 편집</a:t>
            </a:r>
            <a:endParaRPr/>
          </a:p>
        </p:txBody>
      </p:sp>
      <p:sp>
        <p:nvSpPr>
          <p:cNvPr id="3" name="텍스트 개체 틀 2">
            <a:extLst xmlns:a="http://schemas.openxmlformats.org/drawingml/2006/main">
              <a:ext uri="{FF2B5EF4-FFF2-40B4-BE49-F238E27FC236}">
                <a16:creationId xmlns:a16="http://schemas.microsoft.com/office/drawing/2014/main" id="{0A4B947C-AA00-4DF2-8BB1-C5BC80D93EEA}"/>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마스터 텍스트 스타일 편집</a:t>
            </a:r>
          </a:p>
          <a:p xmlns:a="http://schemas.openxmlformats.org/drawingml/2006/main">
            <a:pPr lvl="1">
              <a:buNone/>
            </a:pPr>
            <a:r>
              <a:t>둘째 수준</a:t>
            </a:r>
          </a:p>
          <a:p xmlns:a="http://schemas.openxmlformats.org/drawingml/2006/main">
            <a:pPr lvl="2">
              <a:buNone/>
            </a:pPr>
            <a:r>
              <a:t>셋째 수준</a:t>
            </a:r>
          </a:p>
          <a:p xmlns:a="http://schemas.openxmlformats.org/drawingml/2006/main">
            <a:pPr lvl="3">
              <a:buNone/>
            </a:pPr>
            <a:r>
              <a:t>넷째 수준</a:t>
            </a:r>
          </a:p>
          <a:p xmlns:a="http://schemas.openxmlformats.org/drawingml/2006/main">
            <a:pPr lvl="4">
              <a:buNone/>
            </a:pPr>
            <a:r>
              <a:t>다섯째 수준</a:t>
            </a:r>
            <a:endParaRPr/>
          </a:p>
        </p:txBody>
      </p:sp>
      <p:sp>
        <p:nvSpPr>
          <p:cNvPr id="4" name="날짜 개체 틀 3">
            <a:extLst xmlns:a="http://schemas.openxmlformats.org/drawingml/2006/main">
              <a:ext uri="{FF2B5EF4-FFF2-40B4-BE49-F238E27FC236}">
                <a16:creationId xmlns:a16="http://schemas.microsoft.com/office/drawing/2014/main" id="{B5D2E5E7-FC27-46B2-A137-3AC440F14780}"/>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4A38FB6A-844E-4645-B6B8-D2945F9927BB}" type="datetimeFigureOut">
              <a:t>2026-07-29</a:t>
            </a:fld>
            <a:endParaRPr/>
          </a:p>
        </p:txBody>
      </p:sp>
      <p:sp>
        <p:nvSpPr>
          <p:cNvPr id="5" name="바닥글 개체 틀 4">
            <a:extLst xmlns:a="http://schemas.openxmlformats.org/drawingml/2006/main">
              <a:ext uri="{FF2B5EF4-FFF2-40B4-BE49-F238E27FC236}">
                <a16:creationId xmlns:a16="http://schemas.microsoft.com/office/drawing/2014/main" id="{05888A4C-460E-406C-8B3F-D3F7B800122E}"/>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슬라이드 번호 개체 틀 5">
            <a:extLst xmlns:a="http://schemas.openxmlformats.org/drawingml/2006/main">
              <a:ext uri="{FF2B5EF4-FFF2-40B4-BE49-F238E27FC236}">
                <a16:creationId xmlns:a16="http://schemas.microsoft.com/office/drawing/2014/main" id="{73FDE3DE-D5D2-42E1-8914-C9E75AC0E14D}"/>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38832701-68F9-4777-ABB9-C14E9759146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fff5130d5646c8"/>
    <p:sldLayoutId xmlns:r="http://schemas.openxmlformats.org/officeDocument/2006/relationships" id="2147483650" r:id="R62124335c1574f77"/>
    <p:sldLayoutId xmlns:r="http://schemas.openxmlformats.org/officeDocument/2006/relationships" id="2147483651" r:id="Rf8f4ce200a5f41d3"/>
    <p:sldLayoutId xmlns:r="http://schemas.openxmlformats.org/officeDocument/2006/relationships" id="2147483652" r:id="R5ef59fd7013a4897"/>
    <p:sldLayoutId xmlns:r="http://schemas.openxmlformats.org/officeDocument/2006/relationships" id="2147483653" r:id="Rcb094ff63fbb478b"/>
    <p:sldLayoutId xmlns:r="http://schemas.openxmlformats.org/officeDocument/2006/relationships" id="2147483654" r:id="R00081bfa779449e8"/>
    <p:sldLayoutId xmlns:r="http://schemas.openxmlformats.org/officeDocument/2006/relationships" id="2147483655" r:id="R1e0d9e29bfdf4c65"/>
    <p:sldLayoutId xmlns:r="http://schemas.openxmlformats.org/officeDocument/2006/relationships" id="2147483656" r:id="R9f6bb3b0dbee4532"/>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6c28eab24c04366" /><Relationship Type="http://schemas.openxmlformats.org/officeDocument/2006/relationships/notesSlide" Target="/ppt/notesSlides/notesSlide1.xml" Id="Rb5b4ee54265141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10123f5a3610452d" /><Relationship Type="http://schemas.openxmlformats.org/officeDocument/2006/relationships/notesSlide" Target="/ppt/notesSlides/notesSlide2.xml" Id="Rfb5af5dbbd3a4e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8f2209c6a494b55" /><Relationship Type="http://schemas.openxmlformats.org/officeDocument/2006/relationships/notesSlide" Target="/ppt/notesSlides/notesSlide3.xml" Id="Rcdfae84d1fd641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faa9eeb3fc64eee" /><Relationship Type="http://schemas.openxmlformats.org/officeDocument/2006/relationships/image" Target="/ppt/media/image8.png" Id="Ra7f3b49b8995441f" /><Relationship Type="http://schemas.openxmlformats.org/officeDocument/2006/relationships/image" Target="/ppt/media/image9.png" Id="R38c888be0d834d4b" /><Relationship Type="http://schemas.openxmlformats.org/officeDocument/2006/relationships/image" Target="/ppt/media/image10.png" Id="R441d1ceef0ff4f55" /><Relationship Type="http://schemas.openxmlformats.org/officeDocument/2006/relationships/image" Target="/ppt/media/image11.png" Id="Rb565037d45d34373" /><Relationship Type="http://schemas.openxmlformats.org/officeDocument/2006/relationships/notesSlide" Target="/ppt/notesSlides/notesSlide4.xml" Id="R6f811e8b4a304f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0fb03677837f4eac" /><Relationship Type="http://schemas.openxmlformats.org/officeDocument/2006/relationships/notesSlide" Target="/ppt/notesSlides/notesSlide5.xml" Id="R975c3c02d8d149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9c95202b91ec40b1" /><Relationship Type="http://schemas.openxmlformats.org/officeDocument/2006/relationships/image" Target="/ppt/media/image12.png" Id="Rf456f87bf9d74ee6" /><Relationship Type="http://schemas.openxmlformats.org/officeDocument/2006/relationships/image" Target="/ppt/media/image13.png" Id="Rc20d3222fd9a4a55" /><Relationship Type="http://schemas.openxmlformats.org/officeDocument/2006/relationships/notesSlide" Target="/ppt/notesSlides/notesSlide6.xml" Id="R565f38fb45c84e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75102bf01ddf4b9f" /><Relationship Type="http://schemas.openxmlformats.org/officeDocument/2006/relationships/image" Target="/ppt/media/image14.png" Id="Rcb05dce37eb141e8" /><Relationship Type="http://schemas.openxmlformats.org/officeDocument/2006/relationships/notesSlide" Target="/ppt/notesSlides/notesSlide7.xml" Id="R51ae8cc98fdc45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da86452e902c4543" /><Relationship Type="http://schemas.openxmlformats.org/officeDocument/2006/relationships/image" Target="/ppt/media/image15.png" Id="R547c8f44cb4646fe" /><Relationship Type="http://schemas.openxmlformats.org/officeDocument/2006/relationships/image" Target="/ppt/media/image16.png" Id="R9bb2b56e44eb44a5" /><Relationship Type="http://schemas.openxmlformats.org/officeDocument/2006/relationships/notesSlide" Target="/ppt/notesSlides/notesSlide8.xml" Id="R6313a4d2bff546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db57f4285d0e45ed" /><Relationship Type="http://schemas.openxmlformats.org/officeDocument/2006/relationships/image" Target="/ppt/media/image17.png" Id="Rf61dfcd1cd5149bb" /><Relationship Type="http://schemas.openxmlformats.org/officeDocument/2006/relationships/image" Target="/ppt/media/image18.png" Id="R6685b726901a4fa5" /><Relationship Type="http://schemas.openxmlformats.org/officeDocument/2006/relationships/notesSlide" Target="/ppt/notesSlides/notesSlide9.xml" Id="Rb2f1de2bafb342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42e2ab67c433456d" /><Relationship Type="http://schemas.openxmlformats.org/officeDocument/2006/relationships/image" Target="/ppt/media/image19.png" Id="R99ea861e9bfa4226" /><Relationship Type="http://schemas.openxmlformats.org/officeDocument/2006/relationships/notesSlide" Target="/ppt/notesSlides/notesSlide10.xml" Id="Rf50fd659ed194a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fa34a294016f494e" /><Relationship Type="http://schemas.openxmlformats.org/officeDocument/2006/relationships/image" Target="/ppt/media/image20.png" Id="Rae6bbcb1368d47c9" /><Relationship Type="http://schemas.openxmlformats.org/officeDocument/2006/relationships/notesSlide" Target="/ppt/notesSlides/notesSlide11.xml" Id="R4356e064fad54de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4.xml" Id="R3fcd0652cf274772" /><Relationship Type="http://schemas.openxmlformats.org/officeDocument/2006/relationships/image" Target="/ppt/media/image21.png" Id="R726c0be5f9c849e9" /><Relationship Type="http://schemas.openxmlformats.org/officeDocument/2006/relationships/image" Target="/ppt/media/image22.png" Id="R664d10f24fe64731" /><Relationship Type="http://schemas.openxmlformats.org/officeDocument/2006/relationships/notesSlide" Target="/ppt/notesSlides/notesSlide12.xml" Id="R6ff5daeaa0684d8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e13489d0996e462a" /><Relationship Type="http://schemas.openxmlformats.org/officeDocument/2006/relationships/image" Target="/ppt/media/image23.png" Id="Rc0efaaf25bbf4151" /><Relationship Type="http://schemas.openxmlformats.org/officeDocument/2006/relationships/image" Target="/ppt/media/image24.png" Id="Rde70dcf5326c488a" /><Relationship Type="http://schemas.openxmlformats.org/officeDocument/2006/relationships/notesSlide" Target="/ppt/notesSlides/notesSlide13.xml" Id="R592f9dcf22c548d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922a0e88c793481d" /><Relationship Type="http://schemas.openxmlformats.org/officeDocument/2006/relationships/image" Target="/ppt/media/image25.png" Id="Rc8e9c001f3144b34" /><Relationship Type="http://schemas.openxmlformats.org/officeDocument/2006/relationships/image" Target="/ppt/media/image26.png" Id="R653d9cabd5214ce9" /><Relationship Type="http://schemas.openxmlformats.org/officeDocument/2006/relationships/notesSlide" Target="/ppt/notesSlides/notesSlide14.xml" Id="Rce4652e8f9a6416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4.xml" Id="R516acb470e1d427c" /><Relationship Type="http://schemas.openxmlformats.org/officeDocument/2006/relationships/image" Target="/ppt/media/image27.png" Id="R9403d681a4b54672" /><Relationship Type="http://schemas.openxmlformats.org/officeDocument/2006/relationships/image" Target="/ppt/media/image28.png" Id="Rbde2756e039d4302" /><Relationship Type="http://schemas.openxmlformats.org/officeDocument/2006/relationships/notesSlide" Target="/ppt/notesSlides/notesSlide15.xml" Id="R7f7a37df0d89432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5.xml" Id="R879676915ce9479f" /><Relationship Type="http://schemas.openxmlformats.org/officeDocument/2006/relationships/image" Target="/ppt/media/image29.png" Id="Re4d8ebe976d14037" /><Relationship Type="http://schemas.openxmlformats.org/officeDocument/2006/relationships/image" Target="/ppt/media/image30.png" Id="R9df9c168db554525" /><Relationship Type="http://schemas.openxmlformats.org/officeDocument/2006/relationships/notesSlide" Target="/ppt/notesSlides/notesSlide16.xml" Id="R1ac13da9951b4e3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70c8be237754ce2" /><Relationship Type="http://schemas.openxmlformats.org/officeDocument/2006/relationships/image" Target="/ppt/media/image31.png" Id="R172321914be0458c" /><Relationship Type="http://schemas.openxmlformats.org/officeDocument/2006/relationships/image" Target="/ppt/media/image32.png" Id="R882de08e16874326" /><Relationship Type="http://schemas.openxmlformats.org/officeDocument/2006/relationships/image" Target="/ppt/media/image33.png" Id="Rb3dba48365ce463e" /><Relationship Type="http://schemas.openxmlformats.org/officeDocument/2006/relationships/image" Target="/ppt/media/image34.png" Id="R7864d637b3b74560" /><Relationship Type="http://schemas.openxmlformats.org/officeDocument/2006/relationships/notesSlide" Target="/ppt/notesSlides/notesSlide17.xml" Id="R37592df2478842e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b46a813b35fd4079" /><Relationship Type="http://schemas.openxmlformats.org/officeDocument/2006/relationships/notesSlide" Target="/ppt/notesSlides/notesSlide18.xml" Id="Rd7e59eb59b86447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 name="표 5"/>
          <p:cNvGraphicFramePr/>
          <p:nvPr/>
        </p:nvGraphicFramePr>
        <p:xfrm>
          <a:off xmlns:a="http://schemas.openxmlformats.org/drawingml/2006/main" x="527397" y="4563687"/>
          <a:ext xmlns:a="http://schemas.openxmlformats.org/drawingml/2006/main" cx="6712988" cy="1112210"/>
        </p:xfrm>
        <a:graphic xmlns:a="http://schemas.openxmlformats.org/drawingml/2006/main">
          <a:graphicData uri="http://schemas.openxmlformats.org/drawingml/2006/table">
            <a:tbl>
              <a:tblPr firstRow="1" bandRow="1">
                <a:tableStyleId>{5C22544A-7EE6-4342-B048-85BDC9FD1C3A}</a:tableStyleId>
              </a:tblPr>
              <a:tblGrid>
                <a:gridCol w="1891569"/>
                <a:gridCol w="4821419"/>
              </a:tblGrid>
              <a:tr h="547792">
                <a:tc>
                  <a:txBody>
                    <a:bodyPr wrap="none">
                      <a:noAutofit/>
                    </a:bodyPr>
                    <a:lstStyle/>
                    <a:p>
                      <a:pPr algn="l"/>
                      <a:r>
                        <a:rPr sz="2100">
                          <a:solidFill>
                            <a:srgbClr val="FFFFFF"/>
                          </a:solidFill>
                          <a:latin typeface="Pretendard SemiBold"/>
                          <a:ea typeface="Pretendard SemiBold"/>
                          <a:cs typeface="Pretendard SemiBold"/>
                        </a:rPr>
                        <a:t>팀 명</a:t>
                      </a:r>
                    </a:p>
                  </a:txBody>
                  <a:tcPr marL="171450" marR="171450" marT="114300" marB="114300" anchor="ctr">
                    <a:lnR w="12700" cmpd="sng">
                      <a:solidFill>
                        <a:schemeClr val="bg1">
                          <a:lumMod val="85000"/>
                        </a:schemeClr>
                      </a:solidFill>
                      <a:prstDash val="solid"/>
                    </a:lnR>
                    <a:lnB w="12700" cmpd="sng">
                      <a:solidFill>
                        <a:schemeClr val="bg1">
                          <a:lumMod val="85000"/>
                        </a:schemeClr>
                      </a:solidFill>
                      <a:prstDash val="solid"/>
                    </a:lnB>
                    <a:solidFill>
                      <a:srgbClr val="FFAC00"/>
                    </a:solidFill>
                  </a:tcPr>
                </a:tc>
                <a:tc>
                  <a:txBody>
                    <a:bodyPr wrap="none">
                      <a:noAutofit/>
                    </a:bodyPr>
                    <a:lstStyle/>
                    <a:p>
                      <a:pPr algn="l"/>
                      <a:r>
                        <a:rPr sz="2100">
                          <a:solidFill>
                            <a:srgbClr val="22383E"/>
                          </a:solidFill>
                          <a:latin typeface="Pretendard SemiBold"/>
                          <a:ea typeface="Pretendard SemiBold"/>
                          <a:cs typeface="Pretendard SemiBold"/>
                        </a:rPr>
                        <a:t>우리아들이군인인데</a:t>
                      </a:r>
                    </a:p>
                    <a:p>
                      <a:pPr algn="l"/>
                      <a:r>
                        <a:rPr sz="2100">
                          <a:solidFill>
                            <a:srgbClr val="22383E"/>
                          </a:solidFill>
                          <a:latin typeface="Pretendard SemiBold"/>
                          <a:ea typeface="Pretendard SemiBold"/>
                          <a:cs typeface="Pretendard SemiBold"/>
                        </a:rPr>
                        <a:t>여행계획을준비했대</a:t>
                      </a:r>
                    </a:p>
                  </a:txBody>
                  <a:tcPr marL="171450" marR="171450" marT="114300" marB="114300" anchor="ctr">
                    <a:lnL w="12700" cmpd="sng">
                      <a:solidFill>
                        <a:schemeClr val="bg1">
                          <a:lumMod val="85000"/>
                        </a:schemeClr>
                      </a:solidFill>
                      <a:prstDash val="solid"/>
                    </a:lnL>
                    <a:lnB w="12700" cmpd="sng">
                      <a:solidFill>
                        <a:schemeClr val="bg1">
                          <a:lumMod val="85000"/>
                        </a:schemeClr>
                      </a:solidFill>
                      <a:prstDash val="solid"/>
                    </a:lnB>
                    <a:solidFill>
                      <a:srgbClr val="FFFCEE"/>
                    </a:solidFill>
                  </a:tcPr>
                </a:tc>
              </a:tr>
              <a:tr h="564418">
                <a:tc>
                  <a:txBody>
                    <a:bodyPr wrap="none">
                      <a:noAutofit/>
                    </a:bodyPr>
                    <a:lstStyle/>
                    <a:p>
                      <a:pPr algn="l"/>
                      <a:r>
                        <a:rPr sz="2100">
                          <a:solidFill>
                            <a:srgbClr val="FFFFFF"/>
                          </a:solidFill>
                          <a:latin typeface="Pretendard SemiBold"/>
                          <a:ea typeface="Pretendard SemiBold"/>
                          <a:cs typeface="Pretendard SemiBold"/>
                        </a:rPr>
                        <a:t>서비스 명</a:t>
                      </a:r>
                    </a:p>
                  </a:txBody>
                  <a:tcPr marL="171450" marR="171450" marT="114300" marB="114300" anchor="ctr">
                    <a:lnR w="12700" cmpd="sng">
                      <a:solidFill>
                        <a:schemeClr val="bg1">
                          <a:lumMod val="85000"/>
                        </a:schemeClr>
                      </a:solidFill>
                      <a:prstDash val="solid"/>
                    </a:lnR>
                    <a:lnT w="12700" cmpd="sng">
                      <a:solidFill>
                        <a:schemeClr val="bg1">
                          <a:lumMod val="85000"/>
                        </a:schemeClr>
                      </a:solidFill>
                      <a:prstDash val="solid"/>
                    </a:lnT>
                    <a:solidFill>
                      <a:srgbClr val="FFAC00"/>
                    </a:solidFill>
                  </a:tcPr>
                </a:tc>
                <a:tc>
                  <a:txBody>
                    <a:bodyPr wrap="none">
                      <a:noAutofit/>
                    </a:bodyPr>
                    <a:lstStyle/>
                    <a:p>
                      <a:pPr algn="l"/>
                      <a:r>
                        <a:rPr sz="2100">
                          <a:solidFill>
                            <a:srgbClr val="22383E"/>
                          </a:solidFill>
                          <a:latin typeface="Pretendard SemiBold"/>
                          <a:ea typeface="Pretendard SemiBold"/>
                          <a:cs typeface="Pretendard SemiBold"/>
                        </a:rPr>
                        <a:t>군번여지도 강원:</a:t>
                      </a:r>
                    </a:p>
                    <a:p>
                      <a:pPr algn="l"/>
                      <a:r>
                        <a:rPr sz="2100">
                          <a:solidFill>
                            <a:srgbClr val="22383E"/>
                          </a:solidFill>
                          <a:latin typeface="Pretendard SemiBold"/>
                          <a:ea typeface="Pretendard SemiBold"/>
                          <a:cs typeface="Pretendard SemiBold"/>
                        </a:rPr>
                        <a:t>휴전선 밖 첫 하루</a:t>
                      </a:r>
                    </a:p>
                  </a:txBody>
                  <a:tcPr marL="171450" marR="171450" marT="114300" marB="114300" anchor="ctr">
                    <a:lnL w="12700" cmpd="sng">
                      <a:solidFill>
                        <a:schemeClr val="bg1">
                          <a:lumMod val="85000"/>
                        </a:schemeClr>
                      </a:solidFill>
                      <a:prstDash val="solid"/>
                    </a:lnL>
                    <a:lnT w="12700" cmpd="sng">
                      <a:solidFill>
                        <a:schemeClr val="bg1">
                          <a:lumMod val="85000"/>
                        </a:schemeClr>
                      </a:solidFill>
                      <a:prstDash val="solid"/>
                    </a:lnT>
                    <a:solidFill>
                      <a:srgbClr val="FFFCEE"/>
                    </a:solidFill>
                  </a:tcPr>
                </a:tc>
              </a:tr>
            </a:tbl>
          </a:graphicData>
        </a:graphic>
      </p:graphicFrame>
    </p:spTree>
    <p:extLst>
      <p:ext uri="{BB962C8B-B14F-4D97-AF65-F5344CB8AC3E}">
        <p14:creationId xmlns:p14="http://schemas.microsoft.com/office/powerpoint/2010/main" val="135344982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7" name="서비스명">
            <a:extLst xmlns:a="http://schemas.openxmlformats.org/drawingml/2006/main">
              <a:ext uri="{FF2B5EF4-FFF2-40B4-BE49-F238E27FC236}">
                <a16:creationId xmlns:a16="http://schemas.microsoft.com/office/drawing/2014/main" id="{5A70784D-84E5-4886-8070-70C16C023482}"/>
              </a:ext>
            </a:extLst>
          </p:cNvPr>
          <p:cNvSpPr>
            <a:spLocks xmlns:a="http://schemas.openxmlformats.org/drawingml/2006/main" noGrp="1"/>
          </p:cNvSpPr>
          <p:nvPr/>
        </p:nvSpPr>
        <p:spPr>
          <a:xfrm xmlns:a="http://schemas.openxmlformats.org/drawingml/2006/main">
            <a:off x="495300" y="12573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647579"/>
                </a:solidFill>
                <a:latin typeface="Pretendard SemiBold"/>
                <a:ea typeface="Pretendard SemiBold"/>
                <a:cs typeface="Pretendard SemiBold"/>
              </a:defRPr>
            </a:pPr>
            <a:r>
              <a:rPr sz="1425">
                <a:solidFill>
                  <a:srgbClr val="647579"/>
                </a:solidFill>
                <a:latin typeface="Pretendard SemiBold"/>
                <a:ea typeface="Pretendard SemiBold"/>
                <a:cs typeface="Pretendard SemiBold"/>
              </a:rPr>
              <a:t>서비스명</a:t>
            </a:r>
          </a:p>
        </p:txBody>
      </p:sp>
      <p:sp>
        <p:nvSpPr>
          <p:cNvPr id="2" name="군번여지도 강원: 휴전선 밖 첫 하루">
            <a:extLst xmlns:a="http://schemas.openxmlformats.org/drawingml/2006/main">
              <a:ext uri="{FF2B5EF4-FFF2-40B4-BE49-F238E27FC236}">
                <a16:creationId xmlns:a16="http://schemas.microsoft.com/office/drawing/2014/main" id="{2BC03699-1634-4A20-BCAB-69C8E080B0D6}"/>
              </a:ext>
            </a:extLst>
          </p:cNvPr>
          <p:cNvSpPr>
            <a:spLocks xmlns:a="http://schemas.openxmlformats.org/drawingml/2006/main" noGrp="1"/>
          </p:cNvSpPr>
          <p:nvPr/>
        </p:nvSpPr>
        <p:spPr>
          <a:xfrm xmlns:a="http://schemas.openxmlformats.org/drawingml/2006/main">
            <a:off x="2143125" y="120015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a:solidFill>
                  <a:srgbClr val="22383E"/>
                </a:solidFill>
                <a:latin typeface="Pretendard SemiBold"/>
                <a:ea typeface="Pretendard SemiBold"/>
                <a:cs typeface="Pretendard SemiBold"/>
              </a:defRPr>
            </a:pPr>
            <a:r>
              <a:rPr sz="2550">
                <a:solidFill>
                  <a:srgbClr val="22383E"/>
                </a:solidFill>
                <a:latin typeface="Pretendard SemiBold"/>
                <a:ea typeface="Pretendard SemiBold"/>
                <a:cs typeface="Pretendard SemiBold"/>
              </a:rPr>
              <a:t>군번여지도 강원: 휴전선 밖 첫 하루</a:t>
            </a:r>
          </a:p>
        </p:txBody>
      </p:sp>
      <p:sp>
        <p:nvSpPr>
          <p:cNvPr id="3" name="서비스 유형">
            <a:extLst xmlns:a="http://schemas.openxmlformats.org/drawingml/2006/main">
              <a:ext uri="{FF2B5EF4-FFF2-40B4-BE49-F238E27FC236}">
                <a16:creationId xmlns:a16="http://schemas.microsoft.com/office/drawing/2014/main" id="{B06D7C7F-1C76-45D8-95AA-021CDECF1DD0}"/>
              </a:ext>
            </a:extLst>
          </p:cNvPr>
          <p:cNvSpPr>
            <a:spLocks xmlns:a="http://schemas.openxmlformats.org/drawingml/2006/main" noGrp="1"/>
          </p:cNvSpPr>
          <p:nvPr/>
        </p:nvSpPr>
        <p:spPr>
          <a:xfrm xmlns:a="http://schemas.openxmlformats.org/drawingml/2006/main">
            <a:off x="495300" y="1838325"/>
            <a:ext cx="142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647579"/>
                </a:solidFill>
                <a:latin typeface="Pretendard SemiBold"/>
                <a:ea typeface="Pretendard SemiBold"/>
                <a:cs typeface="Pretendard SemiBold"/>
              </a:defRPr>
            </a:pPr>
            <a:r>
              <a:rPr sz="1425">
                <a:solidFill>
                  <a:srgbClr val="647579"/>
                </a:solidFill>
                <a:latin typeface="Pretendard SemiBold"/>
                <a:ea typeface="Pretendard SemiBold"/>
                <a:cs typeface="Pretendard SemiBold"/>
              </a:rPr>
              <a:t>서비스 유형</a:t>
            </a:r>
          </a:p>
        </p:txBody>
      </p:sp>
      <p:sp>
        <p:nvSpPr>
          <p:cNvPr id="4" name="웹 서비스 · 모바일 웹/PWA">
            <a:extLst xmlns:a="http://schemas.openxmlformats.org/drawingml/2006/main">
              <a:ext uri="{FF2B5EF4-FFF2-40B4-BE49-F238E27FC236}">
                <a16:creationId xmlns:a16="http://schemas.microsoft.com/office/drawing/2014/main" id="{2DA0A60E-D1B3-47D3-987C-3A5D4AA0E849}"/>
              </a:ext>
            </a:extLst>
          </p:cNvPr>
          <p:cNvSpPr>
            <a:spLocks xmlns:a="http://schemas.openxmlformats.org/drawingml/2006/main" noGrp="1"/>
          </p:cNvSpPr>
          <p:nvPr/>
        </p:nvSpPr>
        <p:spPr>
          <a:xfrm xmlns:a="http://schemas.openxmlformats.org/drawingml/2006/main">
            <a:off x="2143125" y="17811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a:solidFill>
                  <a:srgbClr val="22383E"/>
                </a:solidFill>
                <a:latin typeface="Pretendard"/>
                <a:ea typeface="Pretendard"/>
                <a:cs typeface="Pretendard"/>
              </a:defRPr>
            </a:pPr>
            <a:r>
              <a:rPr sz="1875">
                <a:solidFill>
                  <a:srgbClr val="22383E"/>
                </a:solidFill>
                <a:latin typeface="Pretendard"/>
                <a:ea typeface="Pretendard"/>
                <a:cs typeface="Pretendard"/>
              </a:rPr>
              <a:t>웹 서비스 · 모바일 웹/PWA</a:t>
            </a:r>
          </a:p>
        </p:txBody>
      </p:sp>
      <p:sp>
        <p:nvSpPr>
          <p:cNvPr id="5" name="gunbeon.gangwon.kr">
            <a:extLst xmlns:a="http://schemas.openxmlformats.org/drawingml/2006/main">
              <a:ext uri="{FF2B5EF4-FFF2-40B4-BE49-F238E27FC236}">
                <a16:creationId xmlns:a16="http://schemas.microsoft.com/office/drawing/2014/main" id="{3326706C-8E34-45F1-9E4E-7F936AEC8CC7}"/>
              </a:ext>
            </a:extLst>
          </p:cNvPr>
          <p:cNvSpPr>
            <a:spLocks xmlns:a="http://schemas.openxmlformats.org/drawingml/2006/main" noGrp="1"/>
          </p:cNvSpPr>
          <p:nvPr/>
        </p:nvSpPr>
        <p:spPr>
          <a:xfrm xmlns:a="http://schemas.openxmlformats.org/drawingml/2006/main">
            <a:off x="8382000" y="1819275"/>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SemiBold"/>
                <a:ea typeface="Pretendard SemiBold"/>
                <a:cs typeface="Pretendard SemiBold"/>
              </a:defRPr>
            </a:pPr>
            <a:r>
              <a:rPr sz="1725">
                <a:solidFill>
                  <a:srgbClr val="246568"/>
                </a:solidFill>
                <a:latin typeface="Pretendard SemiBold"/>
                <a:ea typeface="Pretendard SemiBold"/>
                <a:cs typeface="Pretendard SemiBold"/>
              </a:rPr>
              <a:t>gunbeon.gangwon.kr</a:t>
            </a:r>
          </a:p>
        </p:txBody>
      </p:sp>
      <p:sp>
        <p:nvSpPr>
          <p:cNvPr id="6" name="section divider">
            <a:extLst xmlns:a="http://schemas.openxmlformats.org/drawingml/2006/main">
              <a:ext uri="{FF2B5EF4-FFF2-40B4-BE49-F238E27FC236}">
                <a16:creationId xmlns:a16="http://schemas.microsoft.com/office/drawing/2014/main" id="{BE46F8C2-C9B0-4B19-BE62-19899061A73B}"/>
              </a:ext>
            </a:extLst>
          </p:cNvPr>
          <p:cNvSpPr>
            <a:spLocks xmlns:a="http://schemas.openxmlformats.org/drawingml/2006/main" noGrp="1"/>
          </p:cNvSpPr>
          <p:nvPr/>
        </p:nvSpPr>
        <p:spPr>
          <a:xfrm xmlns:a="http://schemas.openxmlformats.org/drawingml/2006/main">
            <a:off x="495300" y="2276475"/>
            <a:ext cx="11049000" cy="0"/>
          </a:xfrm>
          <a:prstGeom xmlns:a="http://schemas.openxmlformats.org/drawingml/2006/main" prst="line">
            <a:avLst/>
          </a:prstGeom>
          <a:noFill xmlns:a="http://schemas.openxmlformats.org/drawingml/2006/main"/>
          <a:ln xmlns:a="http://schemas.openxmlformats.org/drawingml/2006/main" w="9525">
            <a:solidFill>
              <a:srgbClr val="D9E2E1"/>
            </a:solidFill>
          </a:ln>
        </p:spPr>
      </p:sp>
      <p:sp>
        <p:nvSpPr>
          <p:cNvPr id="7" name="서비스 개요">
            <a:extLst xmlns:a="http://schemas.openxmlformats.org/drawingml/2006/main">
              <a:ext uri="{FF2B5EF4-FFF2-40B4-BE49-F238E27FC236}">
                <a16:creationId xmlns:a16="http://schemas.microsoft.com/office/drawing/2014/main" id="{E282DE7E-66F9-49A9-BFFC-7ED1B4177165}"/>
              </a:ext>
            </a:extLst>
          </p:cNvPr>
          <p:cNvSpPr>
            <a:spLocks xmlns:a="http://schemas.openxmlformats.org/drawingml/2006/main" noGrp="1"/>
          </p:cNvSpPr>
          <p:nvPr/>
        </p:nvSpPr>
        <p:spPr>
          <a:xfrm xmlns:a="http://schemas.openxmlformats.org/drawingml/2006/main">
            <a:off x="495300" y="25717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647579"/>
                </a:solidFill>
                <a:latin typeface="Pretendard SemiBold"/>
                <a:ea typeface="Pretendard SemiBold"/>
                <a:cs typeface="Pretendard SemiBold"/>
              </a:defRPr>
            </a:pPr>
            <a:r>
              <a:rPr sz="1425">
                <a:solidFill>
                  <a:srgbClr val="647579"/>
                </a:solidFill>
                <a:latin typeface="Pretendard SemiBold"/>
                <a:ea typeface="Pretendard SemiBold"/>
                <a:cs typeface="Pretendard SemiBold"/>
              </a:rPr>
              <a:t>서비스 개요</a:t>
            </a:r>
          </a:p>
        </p:txBody>
      </p:sp>
      <p:sp>
        <p:nvSpPr>
          <p:cNvPr id="8" name="장병과 동행자가 강원 여행을 함께 계획하고, 개인 복귀 기준에 맞춰 일정을 조정하는 모">
            <a:extLst xmlns:a="http://schemas.openxmlformats.org/drawingml/2006/main">
              <a:ext uri="{FF2B5EF4-FFF2-40B4-BE49-F238E27FC236}">
                <a16:creationId xmlns:a16="http://schemas.microsoft.com/office/drawing/2014/main" id="{C76448AC-8EDA-48AC-BB7B-EB371358498E}"/>
              </a:ext>
            </a:extLst>
          </p:cNvPr>
          <p:cNvSpPr>
            <a:spLocks xmlns:a="http://schemas.openxmlformats.org/drawingml/2006/main" noGrp="1"/>
          </p:cNvSpPr>
          <p:nvPr/>
        </p:nvSpPr>
        <p:spPr>
          <a:xfrm xmlns:a="http://schemas.openxmlformats.org/drawingml/2006/main">
            <a:off x="2143125" y="2514600"/>
            <a:ext cx="9525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a:solidFill>
                  <a:srgbClr val="22383E"/>
                </a:solidFill>
                <a:latin typeface="Pretendard SemiBold"/>
                <a:ea typeface="Pretendard SemiBold"/>
                <a:cs typeface="Pretendard SemiBold"/>
              </a:defRPr>
            </a:pPr>
            <a:r>
              <a:rPr sz="2325">
                <a:solidFill>
                  <a:srgbClr val="22383E"/>
                </a:solidFill>
                <a:latin typeface="Pretendard SemiBold"/>
                <a:ea typeface="Pretendard SemiBold"/>
                <a:cs typeface="Pretendard SemiBold"/>
              </a:rPr>
              <a:t>장병과 동행자가 강원 여행을 함께 계획하고,</a:t>
            </a:r>
          </a:p>
          <a:p xmlns:a="http://schemas.openxmlformats.org/drawingml/2006/main">
            <a:pPr algn="l">
              <a:defRPr sz="2325">
                <a:solidFill>
                  <a:srgbClr val="22383E"/>
                </a:solidFill>
                <a:latin typeface="Pretendard SemiBold"/>
                <a:ea typeface="Pretendard SemiBold"/>
                <a:cs typeface="Pretendard SemiBold"/>
              </a:defRPr>
            </a:pPr>
            <a:r>
              <a:rPr sz="2325">
                <a:solidFill>
                  <a:srgbClr val="22383E"/>
                </a:solidFill>
                <a:latin typeface="Pretendard SemiBold"/>
                <a:ea typeface="Pretendard SemiBold"/>
                <a:cs typeface="Pretendard SemiBold"/>
              </a:rPr>
              <a:t>개인 복귀 기준에 맞춰 일정을 조정하는 모바일 웹 서비스</a:t>
            </a:r>
          </a:p>
        </p:txBody>
      </p:sp>
      <p:sp>
        <p:nvSpPr>
          <p:cNvPr id="9" name="주제 선정 이유">
            <a:extLst xmlns:a="http://schemas.openxmlformats.org/drawingml/2006/main">
              <a:ext uri="{FF2B5EF4-FFF2-40B4-BE49-F238E27FC236}">
                <a16:creationId xmlns:a16="http://schemas.microsoft.com/office/drawing/2014/main" id="{7FB37BE6-CE23-4E83-A56B-69D3CC25CD44}"/>
              </a:ext>
            </a:extLst>
          </p:cNvPr>
          <p:cNvSpPr>
            <a:spLocks xmlns:a="http://schemas.openxmlformats.org/drawingml/2006/main" noGrp="1"/>
          </p:cNvSpPr>
          <p:nvPr/>
        </p:nvSpPr>
        <p:spPr>
          <a:xfrm xmlns:a="http://schemas.openxmlformats.org/drawingml/2006/main">
            <a:off x="495300" y="3781425"/>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647579"/>
                </a:solidFill>
                <a:latin typeface="Pretendard SemiBold"/>
                <a:ea typeface="Pretendard SemiBold"/>
                <a:cs typeface="Pretendard SemiBold"/>
              </a:defRPr>
            </a:pPr>
            <a:r>
              <a:rPr sz="1425">
                <a:solidFill>
                  <a:srgbClr val="647579"/>
                </a:solidFill>
                <a:latin typeface="Pretendard SemiBold"/>
                <a:ea typeface="Pretendard SemiBold"/>
                <a:cs typeface="Pretendard SemiBold"/>
              </a:rPr>
              <a:t>주제 선정 이유</a:t>
            </a:r>
          </a:p>
        </p:txBody>
      </p:sp>
      <p:sp>
        <p:nvSpPr>
          <p:cNvPr id="10" name="제한된 출타 시간">
            <a:extLst xmlns:a="http://schemas.openxmlformats.org/drawingml/2006/main">
              <a:ext uri="{FF2B5EF4-FFF2-40B4-BE49-F238E27FC236}">
                <a16:creationId xmlns:a16="http://schemas.microsoft.com/office/drawing/2014/main" id="{53BB6BC3-61B4-4BB6-8F41-ADC32931F515}"/>
              </a:ext>
            </a:extLst>
          </p:cNvPr>
          <p:cNvSpPr>
            <a:spLocks xmlns:a="http://schemas.openxmlformats.org/drawingml/2006/main" noGrp="1"/>
          </p:cNvSpPr>
          <p:nvPr/>
        </p:nvSpPr>
        <p:spPr>
          <a:xfrm xmlns:a="http://schemas.openxmlformats.org/drawingml/2006/main">
            <a:off x="2143125" y="37338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a:solidFill>
                  <a:srgbClr val="246568"/>
                </a:solidFill>
                <a:latin typeface="Pretendard SemiBold"/>
                <a:ea typeface="Pretendard SemiBold"/>
                <a:cs typeface="Pretendard SemiBold"/>
              </a:defRPr>
            </a:pPr>
            <a:r>
              <a:rPr sz="1875">
                <a:solidFill>
                  <a:srgbClr val="246568"/>
                </a:solidFill>
                <a:latin typeface="Pretendard SemiBold"/>
                <a:ea typeface="Pretendard SemiBold"/>
                <a:cs typeface="Pretendard SemiBold"/>
              </a:rPr>
              <a:t>제한된 출타 시간</a:t>
            </a:r>
          </a:p>
        </p:txBody>
      </p:sp>
      <p:sp>
        <p:nvSpPr>
          <p:cNvPr id="11" name="이동·체류시간과 복귀 기준을 함께 고려해야 합니다.">
            <a:extLst xmlns:a="http://schemas.openxmlformats.org/drawingml/2006/main">
              <a:ext uri="{FF2B5EF4-FFF2-40B4-BE49-F238E27FC236}">
                <a16:creationId xmlns:a16="http://schemas.microsoft.com/office/drawing/2014/main" id="{743A8937-835F-41AC-B044-E0C1D0FCEF5B}"/>
              </a:ext>
            </a:extLst>
          </p:cNvPr>
          <p:cNvSpPr>
            <a:spLocks xmlns:a="http://schemas.openxmlformats.org/drawingml/2006/main" noGrp="1"/>
          </p:cNvSpPr>
          <p:nvPr/>
        </p:nvSpPr>
        <p:spPr>
          <a:xfrm xmlns:a="http://schemas.openxmlformats.org/drawingml/2006/main">
            <a:off x="2143125" y="4086225"/>
            <a:ext cx="914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이동·체류시간과 복귀 기준을 함께 고려해야 합니다.</a:t>
            </a:r>
          </a:p>
        </p:txBody>
      </p:sp>
      <p:sp>
        <p:nvSpPr>
          <p:cNvPr id="12" name="서로 다른 동행 조건">
            <a:extLst xmlns:a="http://schemas.openxmlformats.org/drawingml/2006/main">
              <a:ext uri="{FF2B5EF4-FFF2-40B4-BE49-F238E27FC236}">
                <a16:creationId xmlns:a16="http://schemas.microsoft.com/office/drawing/2014/main" id="{0E6C0E1A-61AC-4E9E-8461-94C240517675}"/>
              </a:ext>
            </a:extLst>
          </p:cNvPr>
          <p:cNvSpPr>
            <a:spLocks xmlns:a="http://schemas.openxmlformats.org/drawingml/2006/main" noGrp="1"/>
          </p:cNvSpPr>
          <p:nvPr/>
        </p:nvSpPr>
        <p:spPr>
          <a:xfrm xmlns:a="http://schemas.openxmlformats.org/drawingml/2006/main">
            <a:off x="2143125" y="454342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a:solidFill>
                  <a:srgbClr val="246568"/>
                </a:solidFill>
                <a:latin typeface="Pretendard SemiBold"/>
                <a:ea typeface="Pretendard SemiBold"/>
                <a:cs typeface="Pretendard SemiBold"/>
              </a:defRPr>
            </a:pPr>
            <a:r>
              <a:rPr sz="1875">
                <a:solidFill>
                  <a:srgbClr val="246568"/>
                </a:solidFill>
                <a:latin typeface="Pretendard SemiBold"/>
                <a:ea typeface="Pretendard SemiBold"/>
                <a:cs typeface="Pretendard SemiBold"/>
              </a:rPr>
              <a:t>서로 다른 동행 조건</a:t>
            </a:r>
          </a:p>
        </p:txBody>
      </p:sp>
      <p:sp>
        <p:nvSpPr>
          <p:cNvPr id="13" name="부모·연인·친구와 도보 부담과 식사 선호를 조율해야 합니다.">
            <a:extLst xmlns:a="http://schemas.openxmlformats.org/drawingml/2006/main">
              <a:ext uri="{FF2B5EF4-FFF2-40B4-BE49-F238E27FC236}">
                <a16:creationId xmlns:a16="http://schemas.microsoft.com/office/drawing/2014/main" id="{D5F73D9E-F7D0-4D5C-A9D6-0649194EFD73}"/>
              </a:ext>
            </a:extLst>
          </p:cNvPr>
          <p:cNvSpPr>
            <a:spLocks xmlns:a="http://schemas.openxmlformats.org/drawingml/2006/main" noGrp="1"/>
          </p:cNvSpPr>
          <p:nvPr/>
        </p:nvSpPr>
        <p:spPr>
          <a:xfrm xmlns:a="http://schemas.openxmlformats.org/drawingml/2006/main">
            <a:off x="2143125" y="4895850"/>
            <a:ext cx="914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부모·연인·친구와 도보 부담과 식사 선호를 조율해야 합니다.</a:t>
            </a:r>
          </a:p>
        </p:txBody>
      </p:sp>
      <p:sp>
        <p:nvSpPr>
          <p:cNvPr id="14" name="분산된 여행 준비">
            <a:extLst xmlns:a="http://schemas.openxmlformats.org/drawingml/2006/main">
              <a:ext uri="{FF2B5EF4-FFF2-40B4-BE49-F238E27FC236}">
                <a16:creationId xmlns:a16="http://schemas.microsoft.com/office/drawing/2014/main" id="{589D316E-9ED1-4248-B9E7-885F4E8511D6}"/>
              </a:ext>
            </a:extLst>
          </p:cNvPr>
          <p:cNvSpPr>
            <a:spLocks xmlns:a="http://schemas.openxmlformats.org/drawingml/2006/main" noGrp="1"/>
          </p:cNvSpPr>
          <p:nvPr/>
        </p:nvSpPr>
        <p:spPr>
          <a:xfrm xmlns:a="http://schemas.openxmlformats.org/drawingml/2006/main">
            <a:off x="2143125" y="535305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a:solidFill>
                  <a:srgbClr val="246568"/>
                </a:solidFill>
                <a:latin typeface="Pretendard SemiBold"/>
                <a:ea typeface="Pretendard SemiBold"/>
                <a:cs typeface="Pretendard SemiBold"/>
              </a:defRPr>
            </a:pPr>
            <a:r>
              <a:rPr sz="1875">
                <a:solidFill>
                  <a:srgbClr val="246568"/>
                </a:solidFill>
                <a:latin typeface="Pretendard SemiBold"/>
                <a:ea typeface="Pretendard SemiBold"/>
                <a:cs typeface="Pretendard SemiBold"/>
              </a:rPr>
              <a:t>분산된 여행 준비</a:t>
            </a:r>
          </a:p>
        </p:txBody>
      </p:sp>
      <p:sp>
        <p:nvSpPr>
          <p:cNvPr id="15" name="관광정보 검색, 일정 공유, 장소 추천을 하나의 계획으로 연결합니다.">
            <a:extLst xmlns:a="http://schemas.openxmlformats.org/drawingml/2006/main">
              <a:ext uri="{FF2B5EF4-FFF2-40B4-BE49-F238E27FC236}">
                <a16:creationId xmlns:a16="http://schemas.microsoft.com/office/drawing/2014/main" id="{1DB8F220-B80A-4AE4-99B1-16F15A2925BF}"/>
              </a:ext>
            </a:extLst>
          </p:cNvPr>
          <p:cNvSpPr>
            <a:spLocks xmlns:a="http://schemas.openxmlformats.org/drawingml/2006/main" noGrp="1"/>
          </p:cNvSpPr>
          <p:nvPr/>
        </p:nvSpPr>
        <p:spPr>
          <a:xfrm xmlns:a="http://schemas.openxmlformats.org/drawingml/2006/main">
            <a:off x="2143125" y="5705475"/>
            <a:ext cx="914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관광정보 검색, 일정 공유, 장소 추천을 하나의 계획으로 연결합니다.</a:t>
            </a:r>
          </a:p>
        </p:txBody>
      </p:sp>
      <p:sp>
        <p:nvSpPr>
          <p:cNvPr id="16" name="02">
            <a:extLst xmlns:a="http://schemas.openxmlformats.org/drawingml/2006/main">
              <a:ext uri="{FF2B5EF4-FFF2-40B4-BE49-F238E27FC236}">
                <a16:creationId xmlns:a16="http://schemas.microsoft.com/office/drawing/2014/main" id="{4450B728-C2A4-4A36-8491-5AE61C22D410}"/>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02</a:t>
            </a:r>
          </a:p>
        </p:txBody>
      </p:sp>
    </p:spTree>
    <p:extLst>
      <p:ext uri="{BB962C8B-B14F-4D97-AF65-F5344CB8AC3E}">
        <p14:creationId xmlns:p14="http://schemas.microsoft.com/office/powerpoint/2010/main" val="152600099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서비스 핵심기능">
            <a:extLst xmlns:a="http://schemas.openxmlformats.org/drawingml/2006/main">
              <a:ext uri="{FF2B5EF4-FFF2-40B4-BE49-F238E27FC236}">
                <a16:creationId xmlns:a16="http://schemas.microsoft.com/office/drawing/2014/main" id="{34C83554-7644-4F80-9F1C-E221681635CF}"/>
              </a:ext>
            </a:extLst>
          </p:cNvPr>
          <p:cNvSpPr>
            <a:spLocks xmlns:a="http://schemas.openxmlformats.org/drawingml/2006/main" noGrp="1"/>
          </p:cNvSpPr>
          <p:nvPr/>
        </p:nvSpPr>
        <p:spPr>
          <a:xfrm xmlns:a="http://schemas.openxmlformats.org/drawingml/2006/main">
            <a:off x="495300" y="1219200"/>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22383E"/>
                </a:solidFill>
                <a:latin typeface="Pretendard SemiBold"/>
                <a:ea typeface="Pretendard SemiBold"/>
                <a:cs typeface="Pretendard SemiBold"/>
              </a:defRPr>
            </a:pPr>
            <a:r>
              <a:rPr sz="2175">
                <a:solidFill>
                  <a:srgbClr val="22383E"/>
                </a:solidFill>
                <a:latin typeface="Pretendard SemiBold"/>
                <a:ea typeface="Pretendard SemiBold"/>
                <a:cs typeface="Pretendard SemiBold"/>
              </a:rPr>
              <a:t>서비스 핵심기능</a:t>
            </a:r>
          </a:p>
        </p:txBody>
      </p:sp>
      <p:graphicFrame>
        <p:nvGraphicFramePr>
          <p:cNvPr id="5" name=""/>
          <p:cNvGraphicFramePr/>
          <p:nvPr/>
        </p:nvGraphicFramePr>
        <p:xfrm>
          <a:off xmlns:a="http://schemas.openxmlformats.org/drawingml/2006/main" x="495300" y="1857375"/>
          <a:ext xmlns:a="http://schemas.openxmlformats.org/drawingml/2006/main" cx="11049000" cy="4238625"/>
        </p:xfrm>
        <a:graphic xmlns:a="http://schemas.openxmlformats.org/drawingml/2006/main">
          <a:graphicData uri="http://schemas.openxmlformats.org/drawingml/2006/table">
            <a:tbl>
              <a:tblPr firstRow="0" firstCol="0" bandRow="0"/>
              <a:tblGrid>
                <a:gridCol w="704850"/>
                <a:gridCol w="3952875"/>
                <a:gridCol w="6391275"/>
              </a:tblGrid>
              <a:tr h="847725">
                <a:tc>
                  <a:txBody>
                    <a:bodyPr wrap="none">
                      <a:noAutofit/>
                    </a:bodyPr>
                    <a:lstStyle/>
                    <a:p>
                      <a:pPr algn="l"/>
                      <a:r>
                        <a:rPr sz="2175">
                          <a:solidFill>
                            <a:srgbClr val="246568"/>
                          </a:solidFill>
                          <a:latin typeface="Pretendard SemiBold"/>
                          <a:ea typeface="Pretendard SemiBold"/>
                          <a:cs typeface="Pretendard SemiBold"/>
                        </a:rPr>
                        <a:t>01</a:t>
                      </a:r>
                    </a:p>
                  </a:txBody>
                  <a:tcPr marL="171450" marR="171450" marT="114300" marB="114300" anchor="ctr">
                    <a:lnB w="7620">
                      <a:solidFill>
                        <a:srgbClr val="D9E2E1"/>
                      </a:solidFill>
                    </a:lnB>
                    <a:lnT w="7620">
                      <a:solidFill>
                        <a:srgbClr val="D9E2E1"/>
                      </a:solidFill>
                    </a:lnT>
                    <a:lnR w="7620">
                      <a:noFill/>
                    </a:lnR>
                    <a:lnL w="7620">
                      <a:noFill/>
                    </a:lnL>
                    <a:solidFill>
                      <a:srgbClr val="FFFFFF"/>
                    </a:solidFill>
                  </a:tcPr>
                </a:tc>
                <a:tc>
                  <a:txBody>
                    <a:bodyPr wrap="none">
                      <a:noAutofit/>
                    </a:bodyPr>
                    <a:lstStyle/>
                    <a:p>
                      <a:pPr algn="l"/>
                      <a:r>
                        <a:rPr sz="1950">
                          <a:solidFill>
                            <a:srgbClr val="22383E"/>
                          </a:solidFill>
                          <a:latin typeface="Pretendard SemiBold"/>
                          <a:ea typeface="Pretendard SemiBold"/>
                          <a:cs typeface="Pretendard SemiBold"/>
                        </a:rPr>
                        <a:t>관광정보 기반 일정 작성</a:t>
                      </a:r>
                    </a:p>
                  </a:txBody>
                  <a:tcPr marL="171450" marR="171450" marT="114300" marB="114300" anchor="ctr">
                    <a:lnB w="7620">
                      <a:solidFill>
                        <a:srgbClr val="D9E2E1"/>
                      </a:solidFill>
                    </a:lnB>
                    <a:lnT w="7620">
                      <a:solidFill>
                        <a:srgbClr val="D9E2E1"/>
                      </a:solidFill>
                    </a:lnT>
                    <a:lnR w="7620">
                      <a:noFill/>
                    </a:lnR>
                    <a:lnL w="7620">
                      <a:noFill/>
                    </a:lnL>
                    <a:solidFill>
                      <a:srgbClr val="FFFFFF"/>
                    </a:solidFill>
                  </a:tcPr>
                </a:tc>
                <a:tc>
                  <a:txBody>
                    <a:bodyPr wrap="none">
                      <a:noAutofit/>
                    </a:bodyPr>
                    <a:lstStyle/>
                    <a:p>
                      <a:pPr algn="l"/>
                      <a:r>
                        <a:rPr sz="1725">
                          <a:solidFill>
                            <a:srgbClr val="22383E"/>
                          </a:solidFill>
                          <a:latin typeface="Pretendard"/>
                          <a:ea typeface="Pretendard"/>
                          <a:cs typeface="Pretendard"/>
                        </a:rPr>
                        <a:t>관광정보 검색·장소 추가·순서와 체류시간 편집</a:t>
                      </a:r>
                    </a:p>
                  </a:txBody>
                  <a:tcPr marL="171450" marR="171450" marT="114300" marB="114300" anchor="ctr">
                    <a:lnB w="7620">
                      <a:solidFill>
                        <a:srgbClr val="D9E2E1"/>
                      </a:solidFill>
                    </a:lnB>
                    <a:lnT w="7620">
                      <a:solidFill>
                        <a:srgbClr val="D9E2E1"/>
                      </a:solidFill>
                    </a:lnT>
                    <a:lnR w="7620">
                      <a:noFill/>
                    </a:lnR>
                    <a:lnL w="7620">
                      <a:noFill/>
                    </a:lnL>
                    <a:solidFill>
                      <a:srgbClr val="FFFFFF"/>
                    </a:solidFill>
                  </a:tcPr>
                </a:tc>
              </a:tr>
              <a:tr h="847725">
                <a:tc>
                  <a:txBody>
                    <a:bodyPr wrap="none">
                      <a:noAutofit/>
                    </a:bodyPr>
                    <a:lstStyle/>
                    <a:p>
                      <a:pPr algn="l"/>
                      <a:r>
                        <a:rPr sz="2175">
                          <a:solidFill>
                            <a:srgbClr val="246568"/>
                          </a:solidFill>
                          <a:latin typeface="Pretendard SemiBold"/>
                          <a:ea typeface="Pretendard SemiBold"/>
                          <a:cs typeface="Pretendard SemiBold"/>
                        </a:rPr>
                        <a:t>02</a:t>
                      </a:r>
                    </a:p>
                  </a:txBody>
                  <a:tcPr marL="171450" marR="171450" marT="114300" marB="114300" anchor="ctr">
                    <a:lnB w="7620">
                      <a:solidFill>
                        <a:srgbClr val="D9E2E1"/>
                      </a:solidFill>
                    </a:lnB>
                    <a:lnT w="7620">
                      <a:noFill/>
                    </a:lnT>
                    <a:lnR w="7620">
                      <a:noFill/>
                    </a:lnR>
                    <a:lnL w="7620">
                      <a:noFill/>
                    </a:lnL>
                    <a:solidFill>
                      <a:srgbClr val="FFFFFF"/>
                    </a:solidFill>
                  </a:tcPr>
                </a:tc>
                <a:tc>
                  <a:txBody>
                    <a:bodyPr wrap="none">
                      <a:noAutofit/>
                    </a:bodyPr>
                    <a:lstStyle/>
                    <a:p>
                      <a:pPr algn="l"/>
                      <a:r>
                        <a:rPr sz="1950">
                          <a:solidFill>
                            <a:srgbClr val="22383E"/>
                          </a:solidFill>
                          <a:latin typeface="Pretendard SemiBold"/>
                          <a:ea typeface="Pretendard SemiBold"/>
                          <a:cs typeface="Pretendard SemiBold"/>
                        </a:rPr>
                        <a:t>동행 그룹 공동 계획</a:t>
                      </a:r>
                    </a:p>
                  </a:txBody>
                  <a:tcPr marL="171450" marR="171450" marT="114300" marB="114300" anchor="ctr">
                    <a:lnB w="7620">
                      <a:solidFill>
                        <a:srgbClr val="D9E2E1"/>
                      </a:solidFill>
                    </a:lnB>
                    <a:lnT w="7620">
                      <a:noFill/>
                    </a:lnT>
                    <a:lnR w="7620">
                      <a:noFill/>
                    </a:lnR>
                    <a:lnL w="7620">
                      <a:noFill/>
                    </a:lnL>
                    <a:solidFill>
                      <a:srgbClr val="FFFFFF"/>
                    </a:solidFill>
                  </a:tcPr>
                </a:tc>
                <a:tc>
                  <a:txBody>
                    <a:bodyPr wrap="none">
                      <a:noAutofit/>
                    </a:bodyPr>
                    <a:lstStyle/>
                    <a:p>
                      <a:pPr algn="l"/>
                      <a:r>
                        <a:rPr sz="1725">
                          <a:solidFill>
                            <a:srgbClr val="22383E"/>
                          </a:solidFill>
                          <a:latin typeface="Pretendard"/>
                          <a:ea typeface="Pretendard"/>
                          <a:cs typeface="Pretendard"/>
                        </a:rPr>
                        <a:t>초대코드로 공동 일정을 준비하고 개인 사본으로 가져오기</a:t>
                      </a:r>
                    </a:p>
                  </a:txBody>
                  <a:tcPr marL="171450" marR="171450" marT="114300" marB="114300" anchor="ctr">
                    <a:lnB w="7620">
                      <a:solidFill>
                        <a:srgbClr val="D9E2E1"/>
                      </a:solidFill>
                    </a:lnB>
                    <a:lnT w="7620">
                      <a:noFill/>
                    </a:lnT>
                    <a:lnR w="7620">
                      <a:noFill/>
                    </a:lnR>
                    <a:lnL w="7620">
                      <a:noFill/>
                    </a:lnL>
                    <a:solidFill>
                      <a:srgbClr val="FFFFFF"/>
                    </a:solidFill>
                  </a:tcPr>
                </a:tc>
              </a:tr>
              <a:tr h="847725">
                <a:tc>
                  <a:txBody>
                    <a:bodyPr wrap="none">
                      <a:noAutofit/>
                    </a:bodyPr>
                    <a:lstStyle/>
                    <a:p>
                      <a:pPr algn="l"/>
                      <a:r>
                        <a:rPr sz="2175">
                          <a:solidFill>
                            <a:srgbClr val="246568"/>
                          </a:solidFill>
                          <a:latin typeface="Pretendard SemiBold"/>
                          <a:ea typeface="Pretendard SemiBold"/>
                          <a:cs typeface="Pretendard SemiBold"/>
                        </a:rPr>
                        <a:t>03</a:t>
                      </a:r>
                    </a:p>
                  </a:txBody>
                  <a:tcPr marL="171450" marR="171450" marT="114300" marB="114300" anchor="ctr">
                    <a:lnB w="7620">
                      <a:solidFill>
                        <a:srgbClr val="D9E2E1"/>
                      </a:solidFill>
                    </a:lnB>
                    <a:lnT w="7620">
                      <a:noFill/>
                    </a:lnT>
                    <a:lnR w="7620">
                      <a:noFill/>
                    </a:lnR>
                    <a:lnL w="7620">
                      <a:noFill/>
                    </a:lnL>
                    <a:solidFill>
                      <a:srgbClr val="FFFFFF"/>
                    </a:solidFill>
                  </a:tcPr>
                </a:tc>
                <a:tc>
                  <a:txBody>
                    <a:bodyPr wrap="none">
                      <a:noAutofit/>
                    </a:bodyPr>
                    <a:lstStyle/>
                    <a:p>
                      <a:pPr algn="l"/>
                      <a:r>
                        <a:rPr sz="1950">
                          <a:solidFill>
                            <a:srgbClr val="22383E"/>
                          </a:solidFill>
                          <a:latin typeface="Pretendard SemiBold"/>
                          <a:ea typeface="Pretendard SemiBold"/>
                          <a:cs typeface="Pretendard SemiBold"/>
                        </a:rPr>
                        <a:t>복귀 여유 비교·조정</a:t>
                      </a:r>
                    </a:p>
                  </a:txBody>
                  <a:tcPr marL="171450" marR="171450" marT="114300" marB="114300" anchor="ctr">
                    <a:lnB w="7620">
                      <a:solidFill>
                        <a:srgbClr val="D9E2E1"/>
                      </a:solidFill>
                    </a:lnB>
                    <a:lnT w="7620">
                      <a:noFill/>
                    </a:lnT>
                    <a:lnR w="7620">
                      <a:noFill/>
                    </a:lnR>
                    <a:lnL w="7620">
                      <a:noFill/>
                    </a:lnL>
                    <a:solidFill>
                      <a:srgbClr val="FFFFFF"/>
                    </a:solidFill>
                  </a:tcPr>
                </a:tc>
                <a:tc>
                  <a:txBody>
                    <a:bodyPr wrap="none">
                      <a:noAutofit/>
                    </a:bodyPr>
                    <a:lstStyle/>
                    <a:p>
                      <a:pPr algn="l"/>
                      <a:r>
                        <a:rPr sz="1725">
                          <a:solidFill>
                            <a:srgbClr val="22383E"/>
                          </a:solidFill>
                          <a:latin typeface="Pretendard"/>
                          <a:ea typeface="Pretendard"/>
                          <a:cs typeface="Pretendard"/>
                        </a:rPr>
                        <a:t>장소 생략·체류시간 변경에 따른 복귀 여유와 도보량 비교</a:t>
                      </a:r>
                    </a:p>
                  </a:txBody>
                  <a:tcPr marL="171450" marR="171450" marT="114300" marB="114300" anchor="ctr">
                    <a:lnB w="7620">
                      <a:solidFill>
                        <a:srgbClr val="D9E2E1"/>
                      </a:solidFill>
                    </a:lnB>
                    <a:lnT w="7620">
                      <a:noFill/>
                    </a:lnT>
                    <a:lnR w="7620">
                      <a:noFill/>
                    </a:lnR>
                    <a:lnL w="7620">
                      <a:noFill/>
                    </a:lnL>
                    <a:solidFill>
                      <a:srgbClr val="FFFFFF"/>
                    </a:solidFill>
                  </a:tcPr>
                </a:tc>
              </a:tr>
              <a:tr h="847725">
                <a:tc>
                  <a:txBody>
                    <a:bodyPr wrap="none">
                      <a:noAutofit/>
                    </a:bodyPr>
                    <a:lstStyle/>
                    <a:p>
                      <a:pPr algn="l"/>
                      <a:r>
                        <a:rPr sz="2175">
                          <a:solidFill>
                            <a:srgbClr val="246568"/>
                          </a:solidFill>
                          <a:latin typeface="Pretendard SemiBold"/>
                          <a:ea typeface="Pretendard SemiBold"/>
                          <a:cs typeface="Pretendard SemiBold"/>
                        </a:rPr>
                        <a:t>04</a:t>
                      </a:r>
                    </a:p>
                  </a:txBody>
                  <a:tcPr marL="171450" marR="171450" marT="114300" marB="114300" anchor="ctr">
                    <a:lnB w="7620">
                      <a:solidFill>
                        <a:srgbClr val="D9E2E1"/>
                      </a:solidFill>
                    </a:lnB>
                    <a:lnT w="7620">
                      <a:noFill/>
                    </a:lnT>
                    <a:lnR w="7620">
                      <a:noFill/>
                    </a:lnR>
                    <a:lnL w="7620">
                      <a:noFill/>
                    </a:lnL>
                    <a:solidFill>
                      <a:srgbClr val="FFFFFF"/>
                    </a:solidFill>
                  </a:tcPr>
                </a:tc>
                <a:tc>
                  <a:txBody>
                    <a:bodyPr wrap="none">
                      <a:noAutofit/>
                    </a:bodyPr>
                    <a:lstStyle/>
                    <a:p>
                      <a:pPr algn="l"/>
                      <a:r>
                        <a:rPr sz="1950">
                          <a:solidFill>
                            <a:srgbClr val="22383E"/>
                          </a:solidFill>
                          <a:latin typeface="Pretendard SemiBold"/>
                          <a:ea typeface="Pretendard SemiBold"/>
                          <a:cs typeface="Pretendard SemiBold"/>
                        </a:rPr>
                        <a:t>출타 진행과 여행 기록</a:t>
                      </a:r>
                    </a:p>
                  </a:txBody>
                  <a:tcPr marL="171450" marR="171450" marT="114300" marB="114300" anchor="ctr">
                    <a:lnB w="7620">
                      <a:solidFill>
                        <a:srgbClr val="D9E2E1"/>
                      </a:solidFill>
                    </a:lnB>
                    <a:lnT w="7620">
                      <a:noFill/>
                    </a:lnT>
                    <a:lnR w="7620">
                      <a:noFill/>
                    </a:lnR>
                    <a:lnL w="7620">
                      <a:noFill/>
                    </a:lnL>
                    <a:solidFill>
                      <a:srgbClr val="FFFFFF"/>
                    </a:solidFill>
                  </a:tcPr>
                </a:tc>
                <a:tc>
                  <a:txBody>
                    <a:bodyPr wrap="none">
                      <a:noAutofit/>
                    </a:bodyPr>
                    <a:lstStyle/>
                    <a:p>
                      <a:pPr algn="l"/>
                      <a:r>
                        <a:rPr sz="1725">
                          <a:solidFill>
                            <a:srgbClr val="22383E"/>
                          </a:solidFill>
                          <a:latin typeface="Pretendard"/>
                          <a:ea typeface="Pretendard"/>
                          <a:cs typeface="Pretendard"/>
                        </a:rPr>
                        <a:t>현재 출타 확인·방문 장소 선택·기록 수정과 계획 복원</a:t>
                      </a:r>
                    </a:p>
                  </a:txBody>
                  <a:tcPr marL="171450" marR="171450" marT="114300" marB="114300" anchor="ctr">
                    <a:lnB w="7620">
                      <a:solidFill>
                        <a:srgbClr val="D9E2E1"/>
                      </a:solidFill>
                    </a:lnB>
                    <a:lnT w="7620">
                      <a:noFill/>
                    </a:lnT>
                    <a:lnR w="7620">
                      <a:noFill/>
                    </a:lnR>
                    <a:lnL w="7620">
                      <a:noFill/>
                    </a:lnL>
                    <a:solidFill>
                      <a:srgbClr val="FFFFFF"/>
                    </a:solidFill>
                  </a:tcPr>
                </a:tc>
              </a:tr>
              <a:tr h="847725">
                <a:tc>
                  <a:txBody>
                    <a:bodyPr wrap="none">
                      <a:noAutofit/>
                    </a:bodyPr>
                    <a:lstStyle/>
                    <a:p>
                      <a:pPr algn="l"/>
                      <a:r>
                        <a:rPr sz="2175">
                          <a:solidFill>
                            <a:srgbClr val="246568"/>
                          </a:solidFill>
                          <a:latin typeface="Pretendard SemiBold"/>
                          <a:ea typeface="Pretendard SemiBold"/>
                          <a:cs typeface="Pretendard SemiBold"/>
                        </a:rPr>
                        <a:t>05</a:t>
                      </a:r>
                    </a:p>
                  </a:txBody>
                  <a:tcPr marL="171450" marR="171450" marT="114300" marB="114300" anchor="ctr">
                    <a:lnB w="7620">
                      <a:solidFill>
                        <a:srgbClr val="D9E2E1"/>
                      </a:solidFill>
                    </a:lnB>
                    <a:lnT w="7620">
                      <a:noFill/>
                    </a:lnT>
                    <a:lnR w="7620">
                      <a:noFill/>
                    </a:lnR>
                    <a:lnL w="7620">
                      <a:noFill/>
                    </a:lnL>
                    <a:solidFill>
                      <a:srgbClr val="FFFFFF"/>
                    </a:solidFill>
                  </a:tcPr>
                </a:tc>
                <a:tc>
                  <a:txBody>
                    <a:bodyPr wrap="none">
                      <a:noAutofit/>
                    </a:bodyPr>
                    <a:lstStyle/>
                    <a:p>
                      <a:pPr algn="l"/>
                      <a:r>
                        <a:rPr sz="1950">
                          <a:solidFill>
                            <a:srgbClr val="22383E"/>
                          </a:solidFill>
                          <a:latin typeface="Pretendard SemiBold"/>
                          <a:ea typeface="Pretendard SemiBold"/>
                          <a:cs typeface="Pretendard SemiBold"/>
                        </a:rPr>
                        <a:t>공개 장소 제안과 일정 반영</a:t>
                      </a:r>
                    </a:p>
                  </a:txBody>
                  <a:tcPr marL="171450" marR="171450" marT="114300" marB="114300" anchor="ctr">
                    <a:lnB w="7620">
                      <a:solidFill>
                        <a:srgbClr val="D9E2E1"/>
                      </a:solidFill>
                    </a:lnB>
                    <a:lnT w="7620">
                      <a:noFill/>
                    </a:lnT>
                    <a:lnR w="7620">
                      <a:noFill/>
                    </a:lnR>
                    <a:lnL w="7620">
                      <a:noFill/>
                    </a:lnL>
                    <a:solidFill>
                      <a:srgbClr val="FFFFFF"/>
                    </a:solidFill>
                  </a:tcPr>
                </a:tc>
                <a:tc>
                  <a:txBody>
                    <a:bodyPr wrap="none">
                      <a:noAutofit/>
                    </a:bodyPr>
                    <a:lstStyle/>
                    <a:p>
                      <a:pPr algn="l"/>
                      <a:r>
                        <a:rPr sz="1725">
                          <a:solidFill>
                            <a:srgbClr val="22383E"/>
                          </a:solidFill>
                          <a:latin typeface="Pretendard"/>
                          <a:ea typeface="Pretendard"/>
                          <a:cs typeface="Pretendard"/>
                        </a:rPr>
                        <a:t>관광지별 추가·교체·생략 제안을 검토해 실제 일정에 반영</a:t>
                      </a:r>
                    </a:p>
                  </a:txBody>
                  <a:tcPr marL="171450" marR="171450" marT="114300" marB="114300" anchor="ctr">
                    <a:lnB w="7620">
                      <a:solidFill>
                        <a:srgbClr val="D9E2E1"/>
                      </a:solidFill>
                    </a:lnB>
                    <a:lnT w="7620">
                      <a:noFill/>
                    </a:lnT>
                    <a:lnR w="7620">
                      <a:noFill/>
                    </a:lnR>
                    <a:lnL w="7620">
                      <a:noFill/>
                    </a:lnL>
                    <a:solidFill>
                      <a:srgbClr val="FFFFFF"/>
                    </a:solidFill>
                  </a:tcPr>
                </a:tc>
              </a:tr>
            </a:tbl>
          </a:graphicData>
        </a:graphic>
      </p:graphicFrame>
      <p:sp>
        <p:nvSpPr>
          <p:cNvPr id="3" name="03">
            <a:extLst xmlns:a="http://schemas.openxmlformats.org/drawingml/2006/main">
              <a:ext uri="{FF2B5EF4-FFF2-40B4-BE49-F238E27FC236}">
                <a16:creationId xmlns:a16="http://schemas.microsoft.com/office/drawing/2014/main" id="{3AEAB9B4-4A9B-464C-A6E8-C3E05C558F81}"/>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03</a:t>
            </a:r>
          </a:p>
        </p:txBody>
      </p:sp>
    </p:spTree>
    <p:extLst>
      <p:ext uri="{BB962C8B-B14F-4D97-AF65-F5344CB8AC3E}">
        <p14:creationId xmlns:p14="http://schemas.microsoft.com/office/powerpoint/2010/main" val="409868818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3" name="서비스 대표 이미지">
            <a:extLst xmlns:a="http://schemas.openxmlformats.org/drawingml/2006/main">
              <a:ext uri="{FF2B5EF4-FFF2-40B4-BE49-F238E27FC236}">
                <a16:creationId xmlns:a16="http://schemas.microsoft.com/office/drawing/2014/main" id="{0DDF84CE-BC6D-4A5E-9C10-996615E82BF3}"/>
              </a:ext>
            </a:extLst>
          </p:cNvPr>
          <p:cNvSpPr>
            <a:spLocks xmlns:a="http://schemas.openxmlformats.org/drawingml/2006/main" noGrp="1"/>
          </p:cNvSpPr>
          <p:nvPr/>
        </p:nvSpPr>
        <p:spPr>
          <a:xfrm xmlns:a="http://schemas.openxmlformats.org/drawingml/2006/main">
            <a:off x="495300" y="1209675"/>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서비스 대표 이미지</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7f3b49b8995441f"/>
          <a:stretch xmlns:a="http://schemas.openxmlformats.org/drawingml/2006/main"/>
        </p:blipFill>
        <p:spPr>
          <a:xfrm xmlns:a="http://schemas.openxmlformats.org/drawingml/2006/main">
            <a:off x="495300" y="1829395"/>
            <a:ext cx="2809875" cy="1475184"/>
          </a:xfrm>
          <a:prstGeom xmlns:a="http://schemas.openxmlformats.org/drawingml/2006/main" prst="rect">
            <a:avLst/>
          </a:prstGeom>
        </p:spPr>
      </p:pic>
      <p:sp>
        <p:nvSpPr>
          <p:cNvPr id="3" name="군번여지도 강원">
            <a:extLst xmlns:a="http://schemas.openxmlformats.org/drawingml/2006/main">
              <a:ext uri="{FF2B5EF4-FFF2-40B4-BE49-F238E27FC236}">
                <a16:creationId xmlns:a16="http://schemas.microsoft.com/office/drawing/2014/main" id="{3611722C-9401-42AC-ABEF-CB796E86C778}"/>
              </a:ext>
            </a:extLst>
          </p:cNvPr>
          <p:cNvSpPr>
            <a:spLocks xmlns:a="http://schemas.openxmlformats.org/drawingml/2006/main" noGrp="1"/>
          </p:cNvSpPr>
          <p:nvPr/>
        </p:nvSpPr>
        <p:spPr>
          <a:xfrm xmlns:a="http://schemas.openxmlformats.org/drawingml/2006/main">
            <a:off x="495300" y="373380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246568"/>
                </a:solidFill>
                <a:latin typeface="Pretendard SemiBold"/>
                <a:ea typeface="Pretendard SemiBold"/>
                <a:cs typeface="Pretendard SemiBold"/>
              </a:defRPr>
            </a:pPr>
            <a:r>
              <a:rPr sz="2100">
                <a:solidFill>
                  <a:srgbClr val="246568"/>
                </a:solidFill>
                <a:latin typeface="Pretendard SemiBold"/>
                <a:ea typeface="Pretendard SemiBold"/>
                <a:cs typeface="Pretendard SemiBold"/>
              </a:rPr>
              <a:t>군번여지도 강원</a:t>
            </a:r>
          </a:p>
        </p:txBody>
      </p:sp>
      <p:sp>
        <p:nvSpPr>
          <p:cNvPr id="4" name="장병·가족·연인·친구의 강원 여행 계획">
            <a:extLst xmlns:a="http://schemas.openxmlformats.org/drawingml/2006/main">
              <a:ext uri="{FF2B5EF4-FFF2-40B4-BE49-F238E27FC236}">
                <a16:creationId xmlns:a16="http://schemas.microsoft.com/office/drawing/2014/main" id="{38855B5D-ECA8-4AFE-B89D-7937E83B1473}"/>
              </a:ext>
            </a:extLst>
          </p:cNvPr>
          <p:cNvSpPr>
            <a:spLocks xmlns:a="http://schemas.openxmlformats.org/drawingml/2006/main" noGrp="1"/>
          </p:cNvSpPr>
          <p:nvPr/>
        </p:nvSpPr>
        <p:spPr>
          <a:xfrm xmlns:a="http://schemas.openxmlformats.org/drawingml/2006/main">
            <a:off x="495300" y="4219575"/>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a:solidFill>
                  <a:srgbClr val="22383E"/>
                </a:solidFill>
                <a:latin typeface="Pretendard"/>
                <a:ea typeface="Pretendard"/>
                <a:cs typeface="Pretendard"/>
              </a:defRPr>
            </a:pPr>
            <a:r>
              <a:rPr sz="1950">
                <a:solidFill>
                  <a:srgbClr val="22383E"/>
                </a:solidFill>
                <a:latin typeface="Pretendard"/>
                <a:ea typeface="Pretendard"/>
                <a:cs typeface="Pretendard"/>
              </a:rPr>
              <a:t>장병·가족·연인·친구의</a:t>
            </a:r>
          </a:p>
          <a:p xmlns:a="http://schemas.openxmlformats.org/drawingml/2006/main">
            <a:pPr algn="l">
              <a:defRPr sz="1950">
                <a:solidFill>
                  <a:srgbClr val="22383E"/>
                </a:solidFill>
                <a:latin typeface="Pretendard"/>
                <a:ea typeface="Pretendard"/>
                <a:cs typeface="Pretendard"/>
              </a:defRPr>
            </a:pPr>
            <a:r>
              <a:rPr sz="1950">
                <a:solidFill>
                  <a:srgbClr val="22383E"/>
                </a:solidFill>
                <a:latin typeface="Pretendard"/>
                <a:ea typeface="Pretendard"/>
                <a:cs typeface="Pretendard"/>
              </a:rPr>
              <a:t>강원 여행 계획</a:t>
            </a:r>
          </a:p>
        </p:txBody>
      </p:sp>
      <p:sp>
        <p:nvSpPr>
          <p:cNvPr id="5" name="서비스 상세 이미지">
            <a:extLst xmlns:a="http://schemas.openxmlformats.org/drawingml/2006/main">
              <a:ext uri="{FF2B5EF4-FFF2-40B4-BE49-F238E27FC236}">
                <a16:creationId xmlns:a16="http://schemas.microsoft.com/office/drawing/2014/main" id="{E0799B99-6192-4714-B1FD-2931282F3DF5}"/>
              </a:ext>
            </a:extLst>
          </p:cNvPr>
          <p:cNvSpPr>
            <a:spLocks xmlns:a="http://schemas.openxmlformats.org/drawingml/2006/main" noGrp="1"/>
          </p:cNvSpPr>
          <p:nvPr/>
        </p:nvSpPr>
        <p:spPr>
          <a:xfrm xmlns:a="http://schemas.openxmlformats.org/drawingml/2006/main">
            <a:off x="3857625" y="1209675"/>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서비스 상세 이미지</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8c888be0d834d4b"/>
          <a:stretch xmlns:a="http://schemas.openxmlformats.org/drawingml/2006/main"/>
        </p:blipFill>
        <p:spPr>
          <a:xfrm xmlns:a="http://schemas.openxmlformats.org/drawingml/2006/main">
            <a:off x="3992457" y="1714500"/>
            <a:ext cx="2111587" cy="4419600"/>
          </a:xfrm>
          <a:prstGeom xmlns:a="http://schemas.openxmlformats.org/drawingml/2006/main" prst="rect">
            <a:avLst/>
          </a:prstGeom>
        </p:spPr>
      </p:pic>
      <p:sp>
        <p:nvSpPr>
          <p:cNvPr id="7" name="일정 보기">
            <a:extLst xmlns:a="http://schemas.openxmlformats.org/drawingml/2006/main">
              <a:ext uri="{FF2B5EF4-FFF2-40B4-BE49-F238E27FC236}">
                <a16:creationId xmlns:a16="http://schemas.microsoft.com/office/drawing/2014/main" id="{6F947333-21C5-4B36-A2F3-223DFDCE7B2D}"/>
              </a:ext>
            </a:extLst>
          </p:cNvPr>
          <p:cNvSpPr>
            <a:spLocks xmlns:a="http://schemas.openxmlformats.org/drawingml/2006/main" noGrp="1"/>
          </p:cNvSpPr>
          <p:nvPr/>
        </p:nvSpPr>
        <p:spPr>
          <a:xfrm xmlns:a="http://schemas.openxmlformats.org/drawingml/2006/main">
            <a:off x="3886200" y="6305550"/>
            <a:ext cx="2324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a:solidFill>
                  <a:srgbClr val="22383E"/>
                </a:solidFill>
                <a:latin typeface="Pretendard SemiBold"/>
                <a:ea typeface="Pretendard SemiBold"/>
                <a:cs typeface="Pretendard SemiBold"/>
              </a:defRPr>
            </a:pPr>
            <a:r>
              <a:rPr sz="1650">
                <a:solidFill>
                  <a:srgbClr val="22383E"/>
                </a:solidFill>
                <a:latin typeface="Pretendard SemiBold"/>
                <a:ea typeface="Pretendard SemiBold"/>
                <a:cs typeface="Pretendard SemiBold"/>
              </a:rPr>
              <a:t>일정 보기</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41d1ceef0ff4f55"/>
          <a:stretch xmlns:a="http://schemas.openxmlformats.org/drawingml/2006/main"/>
        </p:blipFill>
        <p:spPr>
          <a:xfrm xmlns:a="http://schemas.openxmlformats.org/drawingml/2006/main">
            <a:off x="6602307" y="1714500"/>
            <a:ext cx="2111587" cy="4419600"/>
          </a:xfrm>
          <a:prstGeom xmlns:a="http://schemas.openxmlformats.org/drawingml/2006/main" prst="rect">
            <a:avLst/>
          </a:prstGeom>
        </p:spPr>
      </p:pic>
      <p:sp>
        <p:nvSpPr>
          <p:cNvPr id="9" name="복귀 여유 비교">
            <a:extLst xmlns:a="http://schemas.openxmlformats.org/drawingml/2006/main">
              <a:ext uri="{FF2B5EF4-FFF2-40B4-BE49-F238E27FC236}">
                <a16:creationId xmlns:a16="http://schemas.microsoft.com/office/drawing/2014/main" id="{D8D980BA-158E-45C7-ABD9-644CA2698919}"/>
              </a:ext>
            </a:extLst>
          </p:cNvPr>
          <p:cNvSpPr>
            <a:spLocks xmlns:a="http://schemas.openxmlformats.org/drawingml/2006/main" noGrp="1"/>
          </p:cNvSpPr>
          <p:nvPr/>
        </p:nvSpPr>
        <p:spPr>
          <a:xfrm xmlns:a="http://schemas.openxmlformats.org/drawingml/2006/main">
            <a:off x="6496050" y="6305550"/>
            <a:ext cx="2324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a:solidFill>
                  <a:srgbClr val="22383E"/>
                </a:solidFill>
                <a:latin typeface="Pretendard SemiBold"/>
                <a:ea typeface="Pretendard SemiBold"/>
                <a:cs typeface="Pretendard SemiBold"/>
              </a:defRPr>
            </a:pPr>
            <a:r>
              <a:rPr sz="1650">
                <a:solidFill>
                  <a:srgbClr val="22383E"/>
                </a:solidFill>
                <a:latin typeface="Pretendard SemiBold"/>
                <a:ea typeface="Pretendard SemiBold"/>
                <a:cs typeface="Pretendard SemiBold"/>
              </a:rPr>
              <a:t>복귀 여유 비교</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565037d45d34373"/>
          <a:stretch xmlns:a="http://schemas.openxmlformats.org/drawingml/2006/main"/>
        </p:blipFill>
        <p:spPr>
          <a:xfrm xmlns:a="http://schemas.openxmlformats.org/drawingml/2006/main">
            <a:off x="9212157" y="1714500"/>
            <a:ext cx="2111587" cy="4419600"/>
          </a:xfrm>
          <a:prstGeom xmlns:a="http://schemas.openxmlformats.org/drawingml/2006/main" prst="rect">
            <a:avLst/>
          </a:prstGeom>
        </p:spPr>
      </p:pic>
      <p:sp>
        <p:nvSpPr>
          <p:cNvPr id="11" name="장소 제안">
            <a:extLst xmlns:a="http://schemas.openxmlformats.org/drawingml/2006/main">
              <a:ext uri="{FF2B5EF4-FFF2-40B4-BE49-F238E27FC236}">
                <a16:creationId xmlns:a16="http://schemas.microsoft.com/office/drawing/2014/main" id="{8E25720E-818D-489F-BD0B-8ECDFE2C5465}"/>
              </a:ext>
            </a:extLst>
          </p:cNvPr>
          <p:cNvSpPr>
            <a:spLocks xmlns:a="http://schemas.openxmlformats.org/drawingml/2006/main" noGrp="1"/>
          </p:cNvSpPr>
          <p:nvPr/>
        </p:nvSpPr>
        <p:spPr>
          <a:xfrm xmlns:a="http://schemas.openxmlformats.org/drawingml/2006/main">
            <a:off x="9105900" y="6305550"/>
            <a:ext cx="2324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a:solidFill>
                  <a:srgbClr val="22383E"/>
                </a:solidFill>
                <a:latin typeface="Pretendard SemiBold"/>
                <a:ea typeface="Pretendard SemiBold"/>
                <a:cs typeface="Pretendard SemiBold"/>
              </a:defRPr>
            </a:pPr>
            <a:r>
              <a:rPr sz="1650">
                <a:solidFill>
                  <a:srgbClr val="22383E"/>
                </a:solidFill>
                <a:latin typeface="Pretendard SemiBold"/>
                <a:ea typeface="Pretendard SemiBold"/>
                <a:cs typeface="Pretendard SemiBold"/>
              </a:rPr>
              <a:t>장소 제안</a:t>
            </a:r>
          </a:p>
        </p:txBody>
      </p:sp>
      <p:sp>
        <p:nvSpPr>
          <p:cNvPr id="12" name="04">
            <a:extLst xmlns:a="http://schemas.openxmlformats.org/drawingml/2006/main">
              <a:ext uri="{FF2B5EF4-FFF2-40B4-BE49-F238E27FC236}">
                <a16:creationId xmlns:a16="http://schemas.microsoft.com/office/drawing/2014/main" id="{77F5EC3C-89B7-4D8D-A346-C70FA31120AD}"/>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04</a:t>
            </a:r>
          </a:p>
        </p:txBody>
      </p:sp>
    </p:spTree>
    <p:extLst>
      <p:ext uri="{BB962C8B-B14F-4D97-AF65-F5344CB8AC3E}">
        <p14:creationId xmlns:p14="http://schemas.microsoft.com/office/powerpoint/2010/main" val="282296920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6" name="특화 지역명">
            <a:extLst xmlns:a="http://schemas.openxmlformats.org/drawingml/2006/main">
              <a:ext uri="{FF2B5EF4-FFF2-40B4-BE49-F238E27FC236}">
                <a16:creationId xmlns:a16="http://schemas.microsoft.com/office/drawing/2014/main" id="{011E4BC2-5770-4BBB-995F-385187CC3E23}"/>
              </a:ext>
            </a:extLst>
          </p:cNvPr>
          <p:cNvSpPr>
            <a:spLocks xmlns:a="http://schemas.openxmlformats.org/drawingml/2006/main" noGrp="1"/>
          </p:cNvSpPr>
          <p:nvPr/>
        </p:nvSpPr>
        <p:spPr>
          <a:xfrm xmlns:a="http://schemas.openxmlformats.org/drawingml/2006/main">
            <a:off x="495300" y="12382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SemiBold"/>
                <a:ea typeface="Pretendard SemiBold"/>
                <a:cs typeface="Pretendard SemiBold"/>
              </a:defRPr>
            </a:pPr>
            <a:r>
              <a:rPr sz="1500">
                <a:solidFill>
                  <a:srgbClr val="647579"/>
                </a:solidFill>
                <a:latin typeface="Pretendard SemiBold"/>
                <a:ea typeface="Pretendard SemiBold"/>
                <a:cs typeface="Pretendard SemiBold"/>
              </a:rPr>
              <a:t>특화 지역명</a:t>
            </a:r>
          </a:p>
        </p:txBody>
      </p:sp>
      <p:sp>
        <p:nvSpPr>
          <p:cNvPr id="2" name="강원특별자치도 접경 5군">
            <a:extLst xmlns:a="http://schemas.openxmlformats.org/drawingml/2006/main">
              <a:ext uri="{FF2B5EF4-FFF2-40B4-BE49-F238E27FC236}">
                <a16:creationId xmlns:a16="http://schemas.microsoft.com/office/drawing/2014/main" id="{3CCE564F-4CD5-4521-8860-92A9AF36F669}"/>
              </a:ext>
            </a:extLst>
          </p:cNvPr>
          <p:cNvSpPr>
            <a:spLocks xmlns:a="http://schemas.openxmlformats.org/drawingml/2006/main" noGrp="1"/>
          </p:cNvSpPr>
          <p:nvPr/>
        </p:nvSpPr>
        <p:spPr>
          <a:xfrm xmlns:a="http://schemas.openxmlformats.org/drawingml/2006/main">
            <a:off x="2571750" y="1162050"/>
            <a:ext cx="857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a:solidFill>
                  <a:srgbClr val="22383E"/>
                </a:solidFill>
                <a:latin typeface="Pretendard SemiBold"/>
                <a:ea typeface="Pretendard SemiBold"/>
                <a:cs typeface="Pretendard SemiBold"/>
              </a:defRPr>
            </a:pPr>
            <a:r>
              <a:rPr sz="2550">
                <a:solidFill>
                  <a:srgbClr val="22383E"/>
                </a:solidFill>
                <a:latin typeface="Pretendard SemiBold"/>
                <a:ea typeface="Pretendard SemiBold"/>
                <a:cs typeface="Pretendard SemiBold"/>
              </a:rPr>
              <a:t>강원특별자치도 접경 5군</a:t>
            </a:r>
          </a:p>
        </p:txBody>
      </p:sp>
      <p:sp>
        <p:nvSpPr>
          <p:cNvPr id="3" name="철원 · 화천 · 양구 · 인제 · 고성">
            <a:extLst xmlns:a="http://schemas.openxmlformats.org/drawingml/2006/main">
              <a:ext uri="{FF2B5EF4-FFF2-40B4-BE49-F238E27FC236}">
                <a16:creationId xmlns:a16="http://schemas.microsoft.com/office/drawing/2014/main" id="{1B943B5D-6AE3-4963-A765-E1B066CBC4A8}"/>
              </a:ext>
            </a:extLst>
          </p:cNvPr>
          <p:cNvSpPr>
            <a:spLocks xmlns:a="http://schemas.openxmlformats.org/drawingml/2006/main" noGrp="1"/>
          </p:cNvSpPr>
          <p:nvPr/>
        </p:nvSpPr>
        <p:spPr>
          <a:xfrm xmlns:a="http://schemas.openxmlformats.org/drawingml/2006/main">
            <a:off x="2571750" y="172402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246568"/>
                </a:solidFill>
                <a:latin typeface="Pretendard SemiBold"/>
                <a:ea typeface="Pretendard SemiBold"/>
                <a:cs typeface="Pretendard SemiBold"/>
              </a:defRPr>
            </a:pPr>
            <a:r>
              <a:rPr sz="2175">
                <a:solidFill>
                  <a:srgbClr val="246568"/>
                </a:solidFill>
                <a:latin typeface="Pretendard SemiBold"/>
                <a:ea typeface="Pretendard SemiBold"/>
                <a:cs typeface="Pretendard SemiBold"/>
              </a:rPr>
              <a:t>철원 · 화천 · 양구 · 인제 · 고성</a:t>
            </a:r>
          </a:p>
        </p:txBody>
      </p:sp>
      <p:sp>
        <p:nvSpPr>
          <p:cNvPr id="4" name="춘천·속초는 가족 방문과 이동의 관문도시로 활용">
            <a:extLst xmlns:a="http://schemas.openxmlformats.org/drawingml/2006/main">
              <a:ext uri="{FF2B5EF4-FFF2-40B4-BE49-F238E27FC236}">
                <a16:creationId xmlns:a16="http://schemas.microsoft.com/office/drawing/2014/main" id="{9357F364-C4B7-4329-9CD0-F08632E8D8C6}"/>
              </a:ext>
            </a:extLst>
          </p:cNvPr>
          <p:cNvSpPr>
            <a:spLocks xmlns:a="http://schemas.openxmlformats.org/drawingml/2006/main" noGrp="1"/>
          </p:cNvSpPr>
          <p:nvPr/>
        </p:nvSpPr>
        <p:spPr>
          <a:xfrm xmlns:a="http://schemas.openxmlformats.org/drawingml/2006/main">
            <a:off x="2571750" y="2257425"/>
            <a:ext cx="904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a:ea typeface="Pretendard"/>
                <a:cs typeface="Pretendard"/>
              </a:defRPr>
            </a:pPr>
            <a:r>
              <a:rPr sz="1800">
                <a:solidFill>
                  <a:srgbClr val="22383E"/>
                </a:solidFill>
                <a:latin typeface="Pretendard"/>
                <a:ea typeface="Pretendard"/>
                <a:cs typeface="Pretendard"/>
              </a:rPr>
              <a:t>춘천·속초는 가족 방문과 이동의 관문도시로 활용</a:t>
            </a:r>
          </a:p>
        </p:txBody>
      </p:sp>
      <p:sp>
        <p:nvSpPr>
          <p:cNvPr id="5" name="section divider">
            <a:extLst xmlns:a="http://schemas.openxmlformats.org/drawingml/2006/main">
              <a:ext uri="{FF2B5EF4-FFF2-40B4-BE49-F238E27FC236}">
                <a16:creationId xmlns:a16="http://schemas.microsoft.com/office/drawing/2014/main" id="{03F0A64E-C6AB-4EA9-97F4-71D307044D89}"/>
              </a:ext>
            </a:extLst>
          </p:cNvPr>
          <p:cNvSpPr>
            <a:spLocks xmlns:a="http://schemas.openxmlformats.org/drawingml/2006/main" noGrp="1"/>
          </p:cNvSpPr>
          <p:nvPr/>
        </p:nvSpPr>
        <p:spPr>
          <a:xfrm xmlns:a="http://schemas.openxmlformats.org/drawingml/2006/main">
            <a:off x="495300" y="2800350"/>
            <a:ext cx="11049000" cy="0"/>
          </a:xfrm>
          <a:prstGeom xmlns:a="http://schemas.openxmlformats.org/drawingml/2006/main" prst="line">
            <a:avLst/>
          </a:prstGeom>
          <a:noFill xmlns:a="http://schemas.openxmlformats.org/drawingml/2006/main"/>
          <a:ln xmlns:a="http://schemas.openxmlformats.org/drawingml/2006/main" w="9525">
            <a:solidFill>
              <a:srgbClr val="D9E2E1"/>
            </a:solidFill>
          </a:ln>
        </p:spPr>
      </p:sp>
      <p:sp>
        <p:nvSpPr>
          <p:cNvPr id="6" name="구현 내용">
            <a:extLst xmlns:a="http://schemas.openxmlformats.org/drawingml/2006/main">
              <a:ext uri="{FF2B5EF4-FFF2-40B4-BE49-F238E27FC236}">
                <a16:creationId xmlns:a16="http://schemas.microsoft.com/office/drawing/2014/main" id="{A74B333D-3360-449C-87EB-3B1CAE722146}"/>
              </a:ext>
            </a:extLst>
          </p:cNvPr>
          <p:cNvSpPr>
            <a:spLocks xmlns:a="http://schemas.openxmlformats.org/drawingml/2006/main" noGrp="1"/>
          </p:cNvSpPr>
          <p:nvPr/>
        </p:nvSpPr>
        <p:spPr>
          <a:xfrm xmlns:a="http://schemas.openxmlformats.org/drawingml/2006/main">
            <a:off x="495300" y="31527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SemiBold"/>
                <a:ea typeface="Pretendard SemiBold"/>
                <a:cs typeface="Pretendard SemiBold"/>
              </a:defRPr>
            </a:pPr>
            <a:r>
              <a:rPr sz="1500">
                <a:solidFill>
                  <a:srgbClr val="647579"/>
                </a:solidFill>
                <a:latin typeface="Pretendard SemiBold"/>
                <a:ea typeface="Pretendard SemiBold"/>
                <a:cs typeface="Pretendard SemiBold"/>
              </a:rPr>
              <a:t>구현 내용</a:t>
            </a:r>
          </a:p>
        </p:txBody>
      </p:sp>
      <p:sp>
        <p:nvSpPr>
          <p:cNvPr id="7" name="지역별 탐색">
            <a:extLst xmlns:a="http://schemas.openxmlformats.org/drawingml/2006/main">
              <a:ext uri="{FF2B5EF4-FFF2-40B4-BE49-F238E27FC236}">
                <a16:creationId xmlns:a16="http://schemas.microsoft.com/office/drawing/2014/main" id="{7CFD1923-696A-4CB3-90CC-EC94C63D3440}"/>
              </a:ext>
            </a:extLst>
          </p:cNvPr>
          <p:cNvSpPr>
            <a:spLocks xmlns:a="http://schemas.openxmlformats.org/drawingml/2006/main" noGrp="1"/>
          </p:cNvSpPr>
          <p:nvPr/>
        </p:nvSpPr>
        <p:spPr>
          <a:xfrm xmlns:a="http://schemas.openxmlformats.org/drawingml/2006/main">
            <a:off x="2571750" y="30670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a:solidFill>
                  <a:srgbClr val="246568"/>
                </a:solidFill>
                <a:latin typeface="Pretendard SemiBold"/>
                <a:ea typeface="Pretendard SemiBold"/>
                <a:cs typeface="Pretendard SemiBold"/>
              </a:defRPr>
            </a:pPr>
            <a:r>
              <a:rPr sz="1875">
                <a:solidFill>
                  <a:srgbClr val="246568"/>
                </a:solidFill>
                <a:latin typeface="Pretendard SemiBold"/>
                <a:ea typeface="Pretendard SemiBold"/>
                <a:cs typeface="Pretendard SemiBold"/>
              </a:rPr>
              <a:t>지역별 탐색</a:t>
            </a:r>
          </a:p>
        </p:txBody>
      </p:sp>
      <p:sp>
        <p:nvSpPr>
          <p:cNvPr id="8" name="접경 5군 추천 코스와 관광공사 장소 검색">
            <a:extLst xmlns:a="http://schemas.openxmlformats.org/drawingml/2006/main">
              <a:ext uri="{FF2B5EF4-FFF2-40B4-BE49-F238E27FC236}">
                <a16:creationId xmlns:a16="http://schemas.microsoft.com/office/drawing/2014/main" id="{6DCA8C3C-A055-4981-908D-D81561A98F72}"/>
              </a:ext>
            </a:extLst>
          </p:cNvPr>
          <p:cNvSpPr>
            <a:spLocks xmlns:a="http://schemas.openxmlformats.org/drawingml/2006/main" noGrp="1"/>
          </p:cNvSpPr>
          <p:nvPr/>
        </p:nvSpPr>
        <p:spPr>
          <a:xfrm xmlns:a="http://schemas.openxmlformats.org/drawingml/2006/main">
            <a:off x="2571750" y="3467100"/>
            <a:ext cx="8572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a:ea typeface="Pretendard"/>
                <a:cs typeface="Pretendard"/>
              </a:defRPr>
            </a:pPr>
            <a:r>
              <a:rPr sz="1800">
                <a:solidFill>
                  <a:srgbClr val="22383E"/>
                </a:solidFill>
                <a:latin typeface="Pretendard"/>
                <a:ea typeface="Pretendard"/>
                <a:cs typeface="Pretendard"/>
              </a:rPr>
              <a:t>접경 5군·관문도시 추천 코스 36개와 장소 탐색</a:t>
            </a:r>
          </a:p>
        </p:txBody>
      </p:sp>
      <p:sp>
        <p:nvSpPr>
          <p:cNvPr id="9" name="방문 준비">
            <a:extLst xmlns:a="http://schemas.openxmlformats.org/drawingml/2006/main">
              <a:ext uri="{FF2B5EF4-FFF2-40B4-BE49-F238E27FC236}">
                <a16:creationId xmlns:a16="http://schemas.microsoft.com/office/drawing/2014/main" id="{7364C980-EFF0-43D5-9533-4BB0CE83707E}"/>
              </a:ext>
            </a:extLst>
          </p:cNvPr>
          <p:cNvSpPr>
            <a:spLocks xmlns:a="http://schemas.openxmlformats.org/drawingml/2006/main" noGrp="1"/>
          </p:cNvSpPr>
          <p:nvPr/>
        </p:nvSpPr>
        <p:spPr>
          <a:xfrm xmlns:a="http://schemas.openxmlformats.org/drawingml/2006/main">
            <a:off x="2571750" y="39624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a:solidFill>
                  <a:srgbClr val="246568"/>
                </a:solidFill>
                <a:latin typeface="Pretendard SemiBold"/>
                <a:ea typeface="Pretendard SemiBold"/>
                <a:cs typeface="Pretendard SemiBold"/>
              </a:defRPr>
            </a:pPr>
            <a:r>
              <a:rPr sz="1875">
                <a:solidFill>
                  <a:srgbClr val="246568"/>
                </a:solidFill>
                <a:latin typeface="Pretendard SemiBold"/>
                <a:ea typeface="Pretendard SemiBold"/>
                <a:cs typeface="Pretendard SemiBold"/>
              </a:rPr>
              <a:t>방문 준비</a:t>
            </a:r>
          </a:p>
        </p:txBody>
      </p:sp>
      <p:sp>
        <p:nvSpPr>
          <p:cNvPr id="10" name="운영·예약·편의시설 정보를 확인하고 일정에 반영">
            <a:extLst xmlns:a="http://schemas.openxmlformats.org/drawingml/2006/main">
              <a:ext uri="{FF2B5EF4-FFF2-40B4-BE49-F238E27FC236}">
                <a16:creationId xmlns:a16="http://schemas.microsoft.com/office/drawing/2014/main" id="{6EFDDBB8-7DE7-4064-8CB5-06F6D115546A}"/>
              </a:ext>
            </a:extLst>
          </p:cNvPr>
          <p:cNvSpPr>
            <a:spLocks xmlns:a="http://schemas.openxmlformats.org/drawingml/2006/main" noGrp="1"/>
          </p:cNvSpPr>
          <p:nvPr/>
        </p:nvSpPr>
        <p:spPr>
          <a:xfrm xmlns:a="http://schemas.openxmlformats.org/drawingml/2006/main">
            <a:off x="2571750" y="4362450"/>
            <a:ext cx="8572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a:ea typeface="Pretendard"/>
                <a:cs typeface="Pretendard"/>
              </a:defRPr>
            </a:pPr>
            <a:r>
              <a:rPr sz="1800">
                <a:solidFill>
                  <a:srgbClr val="22383E"/>
                </a:solidFill>
                <a:latin typeface="Pretendard"/>
                <a:ea typeface="Pretendard"/>
                <a:cs typeface="Pretendard"/>
              </a:rPr>
              <a:t>운영·예약·편의시설 정보를 확인하고 일정에 반영</a:t>
            </a:r>
          </a:p>
        </p:txBody>
      </p:sp>
      <p:sp>
        <p:nvSpPr>
          <p:cNvPr id="11" name="반복 방문">
            <a:extLst xmlns:a="http://schemas.openxmlformats.org/drawingml/2006/main">
              <a:ext uri="{FF2B5EF4-FFF2-40B4-BE49-F238E27FC236}">
                <a16:creationId xmlns:a16="http://schemas.microsoft.com/office/drawing/2014/main" id="{59356E81-C41E-4CA4-BB02-8E8E7527FCAF}"/>
              </a:ext>
            </a:extLst>
          </p:cNvPr>
          <p:cNvSpPr>
            <a:spLocks xmlns:a="http://schemas.openxmlformats.org/drawingml/2006/main" noGrp="1"/>
          </p:cNvSpPr>
          <p:nvPr/>
        </p:nvSpPr>
        <p:spPr>
          <a:xfrm xmlns:a="http://schemas.openxmlformats.org/drawingml/2006/main">
            <a:off x="2571750" y="48577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a:solidFill>
                  <a:srgbClr val="246568"/>
                </a:solidFill>
                <a:latin typeface="Pretendard SemiBold"/>
                <a:ea typeface="Pretendard SemiBold"/>
                <a:cs typeface="Pretendard SemiBold"/>
              </a:defRPr>
            </a:pPr>
            <a:r>
              <a:rPr sz="1875">
                <a:solidFill>
                  <a:srgbClr val="246568"/>
                </a:solidFill>
                <a:latin typeface="Pretendard SemiBold"/>
                <a:ea typeface="Pretendard SemiBold"/>
                <a:cs typeface="Pretendard SemiBold"/>
              </a:rPr>
              <a:t>반복 방문</a:t>
            </a:r>
          </a:p>
        </p:txBody>
      </p:sp>
      <p:sp>
        <p:nvSpPr>
          <p:cNvPr id="12" name="동행 그룹의 여러 여행과 강원 5개 장의 방문 기록">
            <a:extLst xmlns:a="http://schemas.openxmlformats.org/drawingml/2006/main">
              <a:ext uri="{FF2B5EF4-FFF2-40B4-BE49-F238E27FC236}">
                <a16:creationId xmlns:a16="http://schemas.microsoft.com/office/drawing/2014/main" id="{2946D33E-8CAF-44B3-90F6-01530D20BB38}"/>
              </a:ext>
            </a:extLst>
          </p:cNvPr>
          <p:cNvSpPr>
            <a:spLocks xmlns:a="http://schemas.openxmlformats.org/drawingml/2006/main" noGrp="1"/>
          </p:cNvSpPr>
          <p:nvPr/>
        </p:nvSpPr>
        <p:spPr>
          <a:xfrm xmlns:a="http://schemas.openxmlformats.org/drawingml/2006/main">
            <a:off x="2571750" y="5257800"/>
            <a:ext cx="8572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a:ea typeface="Pretendard"/>
                <a:cs typeface="Pretendard"/>
              </a:defRPr>
            </a:pPr>
            <a:r>
              <a:rPr sz="1800">
                <a:solidFill>
                  <a:srgbClr val="22383E"/>
                </a:solidFill>
                <a:latin typeface="Pretendard"/>
                <a:ea typeface="Pretendard"/>
                <a:cs typeface="Pretendard"/>
              </a:rPr>
              <a:t>동행 그룹의 여러 여행과 강원 5개 장의 방문 기록</a:t>
            </a:r>
          </a:p>
        </p:txBody>
      </p:sp>
      <p:sp>
        <p:nvSpPr>
          <p:cNvPr id="13" name="대표 여행">
            <a:extLst xmlns:a="http://schemas.openxmlformats.org/drawingml/2006/main">
              <a:ext uri="{FF2B5EF4-FFF2-40B4-BE49-F238E27FC236}">
                <a16:creationId xmlns:a16="http://schemas.microsoft.com/office/drawing/2014/main" id="{BE4A7B18-A984-4309-892B-F27E0AFED8F7}"/>
              </a:ext>
            </a:extLst>
          </p:cNvPr>
          <p:cNvSpPr>
            <a:spLocks xmlns:a="http://schemas.openxmlformats.org/drawingml/2006/main" noGrp="1"/>
          </p:cNvSpPr>
          <p:nvPr/>
        </p:nvSpPr>
        <p:spPr>
          <a:xfrm xmlns:a="http://schemas.openxmlformats.org/drawingml/2006/main">
            <a:off x="495300" y="59626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SemiBold"/>
                <a:ea typeface="Pretendard SemiBold"/>
                <a:cs typeface="Pretendard SemiBold"/>
              </a:defRPr>
            </a:pPr>
            <a:r>
              <a:rPr sz="1500">
                <a:solidFill>
                  <a:srgbClr val="647579"/>
                </a:solidFill>
                <a:latin typeface="Pretendard SemiBold"/>
                <a:ea typeface="Pretendard SemiBold"/>
                <a:cs typeface="Pretendard SemiBold"/>
              </a:rPr>
              <a:t>대표 여행</a:t>
            </a:r>
          </a:p>
        </p:txBody>
      </p:sp>
      <p:sp>
        <p:nvSpPr>
          <p:cNvPr id="14" name="철원: 고석정·호국 장소·식사    /    고성: 왕곡마을·송지호">
            <a:extLst xmlns:a="http://schemas.openxmlformats.org/drawingml/2006/main">
              <a:ext uri="{FF2B5EF4-FFF2-40B4-BE49-F238E27FC236}">
                <a16:creationId xmlns:a16="http://schemas.microsoft.com/office/drawing/2014/main" id="{84CF0FFC-5149-41FF-95BB-FC74009BBA3B}"/>
              </a:ext>
            </a:extLst>
          </p:cNvPr>
          <p:cNvSpPr>
            <a:spLocks xmlns:a="http://schemas.openxmlformats.org/drawingml/2006/main" noGrp="1"/>
          </p:cNvSpPr>
          <p:nvPr/>
        </p:nvSpPr>
        <p:spPr>
          <a:xfrm xmlns:a="http://schemas.openxmlformats.org/drawingml/2006/main">
            <a:off x="2571750" y="5905500"/>
            <a:ext cx="895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철원: 고석정·호국 장소·식사    /    고성: 왕곡마을·송지호</a:t>
            </a:r>
          </a:p>
        </p:txBody>
      </p:sp>
      <p:sp>
        <p:nvSpPr>
          <p:cNvPr id="15" name="05">
            <a:extLst xmlns:a="http://schemas.openxmlformats.org/drawingml/2006/main">
              <a:ext uri="{FF2B5EF4-FFF2-40B4-BE49-F238E27FC236}">
                <a16:creationId xmlns:a16="http://schemas.microsoft.com/office/drawing/2014/main" id="{35B19053-E9D0-4CDC-8FD3-E553527EF328}"/>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05</a:t>
            </a:r>
          </a:p>
        </p:txBody>
      </p:sp>
    </p:spTree>
    <p:extLst>
      <p:ext uri="{BB962C8B-B14F-4D97-AF65-F5344CB8AC3E}">
        <p14:creationId xmlns:p14="http://schemas.microsoft.com/office/powerpoint/2010/main" val="31925260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5" name="핵심 기능 01">
            <a:extLst xmlns:a="http://schemas.openxmlformats.org/drawingml/2006/main">
              <a:ext uri="{FF2B5EF4-FFF2-40B4-BE49-F238E27FC236}">
                <a16:creationId xmlns:a16="http://schemas.microsoft.com/office/drawing/2014/main" id="{B52AC8C3-A045-4D3F-A024-A3BC9A65590B}"/>
              </a:ext>
            </a:extLst>
          </p:cNvPr>
          <p:cNvSpPr>
            <a:spLocks xmlns:a="http://schemas.openxmlformats.org/drawingml/2006/main" noGrp="1"/>
          </p:cNvSpPr>
          <p:nvPr/>
        </p:nvSpPr>
        <p:spPr>
          <a:xfrm xmlns:a="http://schemas.openxmlformats.org/drawingml/2006/main">
            <a:off x="495300" y="1200150"/>
            <a:ext cx="361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핵심 기능 01</a:t>
            </a:r>
          </a:p>
        </p:txBody>
      </p:sp>
      <p:sp>
        <p:nvSpPr>
          <p:cNvPr id="2" name="관광정보 기반 일정 작성">
            <a:extLst xmlns:a="http://schemas.openxmlformats.org/drawingml/2006/main">
              <a:ext uri="{FF2B5EF4-FFF2-40B4-BE49-F238E27FC236}">
                <a16:creationId xmlns:a16="http://schemas.microsoft.com/office/drawing/2014/main" id="{EC40DBDA-B870-4F6D-A26D-0F25150F42EF}"/>
              </a:ext>
            </a:extLst>
          </p:cNvPr>
          <p:cNvSpPr>
            <a:spLocks xmlns:a="http://schemas.openxmlformats.org/drawingml/2006/main" noGrp="1"/>
          </p:cNvSpPr>
          <p:nvPr/>
        </p:nvSpPr>
        <p:spPr>
          <a:xfrm xmlns:a="http://schemas.openxmlformats.org/drawingml/2006/main">
            <a:off x="495300" y="1600200"/>
            <a:ext cx="4143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a:solidFill>
                  <a:srgbClr val="22383E"/>
                </a:solidFill>
                <a:latin typeface="Pretendard SemiBold"/>
                <a:ea typeface="Pretendard SemiBold"/>
                <a:cs typeface="Pretendard SemiBold"/>
              </a:defRPr>
            </a:pPr>
            <a:r>
              <a:rPr sz="2400">
                <a:solidFill>
                  <a:srgbClr val="22383E"/>
                </a:solidFill>
                <a:latin typeface="Pretendard SemiBold"/>
                <a:ea typeface="Pretendard SemiBold"/>
                <a:cs typeface="Pretendard SemiBold"/>
              </a:rPr>
              <a:t>관광정보 기반 일정 작성</a:t>
            </a:r>
          </a:p>
        </p:txBody>
      </p:sp>
      <p:sp>
        <p:nvSpPr>
          <p:cNvPr id="3" name="1/3 · 로그인과 예시 여행 체험">
            <a:extLst xmlns:a="http://schemas.openxmlformats.org/drawingml/2006/main">
              <a:ext uri="{FF2B5EF4-FFF2-40B4-BE49-F238E27FC236}">
                <a16:creationId xmlns:a16="http://schemas.microsoft.com/office/drawing/2014/main" id="{F8BF4461-9D04-4233-BF71-64455F6D7A09}"/>
              </a:ext>
            </a:extLst>
          </p:cNvPr>
          <p:cNvSpPr>
            <a:spLocks xmlns:a="http://schemas.openxmlformats.org/drawingml/2006/main" noGrp="1"/>
          </p:cNvSpPr>
          <p:nvPr/>
        </p:nvSpPr>
        <p:spPr>
          <a:xfrm xmlns:a="http://schemas.openxmlformats.org/drawingml/2006/main">
            <a:off x="495300" y="2343150"/>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1/3 · 로그인과 예시 여행 체험</a:t>
            </a:r>
          </a:p>
        </p:txBody>
      </p:sp>
      <p:sp>
        <p:nvSpPr>
          <p:cNvPr id="4" name="기능 설명">
            <a:extLst xmlns:a="http://schemas.openxmlformats.org/drawingml/2006/main">
              <a:ext uri="{FF2B5EF4-FFF2-40B4-BE49-F238E27FC236}">
                <a16:creationId xmlns:a16="http://schemas.microsoft.com/office/drawing/2014/main" id="{41ED51F6-DB20-40D0-98E6-ED2D71D9E205}"/>
              </a:ext>
            </a:extLst>
          </p:cNvPr>
          <p:cNvSpPr>
            <a:spLocks xmlns:a="http://schemas.openxmlformats.org/drawingml/2006/main" noGrp="1"/>
          </p:cNvSpPr>
          <p:nvPr/>
        </p:nvSpPr>
        <p:spPr>
          <a:xfrm xmlns:a="http://schemas.openxmlformats.org/drawingml/2006/main">
            <a:off x="495300" y="27813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설명</a:t>
            </a:r>
          </a:p>
        </p:txBody>
      </p:sp>
      <p:sp>
        <p:nvSpPr>
          <p:cNvPr id="5" name="Google·네이버로 내 여행을 시작하거나, 민준의 휴가를 따라 체험합니다. 준비된 일">
            <a:extLst xmlns:a="http://schemas.openxmlformats.org/drawingml/2006/main">
              <a:ext uri="{FF2B5EF4-FFF2-40B4-BE49-F238E27FC236}">
                <a16:creationId xmlns:a16="http://schemas.microsoft.com/office/drawing/2014/main" id="{1C99F596-1FF6-42FE-A147-B3217D5CEDCC}"/>
              </a:ext>
            </a:extLst>
          </p:cNvPr>
          <p:cNvSpPr>
            <a:spLocks xmlns:a="http://schemas.openxmlformats.org/drawingml/2006/main" noGrp="1"/>
          </p:cNvSpPr>
          <p:nvPr/>
        </p:nvSpPr>
        <p:spPr>
          <a:xfrm xmlns:a="http://schemas.openxmlformats.org/drawingml/2006/main">
            <a:off x="495300" y="3105150"/>
            <a:ext cx="3981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Google·네이버·아이디 로그인과 연결,</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민준·openapi 예시 체험을 제공합니다.</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20초 안내 뒤 기능별로 따라 해 봅니다.</a:t>
            </a:r>
          </a:p>
        </p:txBody>
      </p:sp>
      <p:sp>
        <p:nvSpPr>
          <p:cNvPr id="6" name="기능 흐름도">
            <a:extLst xmlns:a="http://schemas.openxmlformats.org/drawingml/2006/main">
              <a:ext uri="{FF2B5EF4-FFF2-40B4-BE49-F238E27FC236}">
                <a16:creationId xmlns:a16="http://schemas.microsoft.com/office/drawing/2014/main" id="{9D5144CA-FD55-4E4F-9D7B-56800FCCA28E}"/>
              </a:ext>
            </a:extLst>
          </p:cNvPr>
          <p:cNvSpPr>
            <a:spLocks xmlns:a="http://schemas.openxmlformats.org/drawingml/2006/main" noGrp="1"/>
          </p:cNvSpPr>
          <p:nvPr/>
        </p:nvSpPr>
        <p:spPr>
          <a:xfrm xmlns:a="http://schemas.openxmlformats.org/drawingml/2006/main">
            <a:off x="495300" y="4095750"/>
            <a:ext cx="3524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흐름도</a:t>
            </a:r>
          </a:p>
        </p:txBody>
      </p:sp>
      <p:sp>
        <p:nvSpPr>
          <p:cNvPr id="7" name="01">
            <a:extLst xmlns:a="http://schemas.openxmlformats.org/drawingml/2006/main">
              <a:ext uri="{FF2B5EF4-FFF2-40B4-BE49-F238E27FC236}">
                <a16:creationId xmlns:a16="http://schemas.microsoft.com/office/drawing/2014/main" id="{17B11966-BF95-448F-BB0F-C2F89565980F}"/>
              </a:ext>
            </a:extLst>
          </p:cNvPr>
          <p:cNvSpPr>
            <a:spLocks xmlns:a="http://schemas.openxmlformats.org/drawingml/2006/main" noGrp="1"/>
          </p:cNvSpPr>
          <p:nvPr/>
        </p:nvSpPr>
        <p:spPr>
          <a:xfrm xmlns:a="http://schemas.openxmlformats.org/drawingml/2006/main">
            <a:off x="495300" y="44291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01</a:t>
            </a:r>
          </a:p>
        </p:txBody>
      </p:sp>
      <p:sp>
        <p:nvSpPr>
          <p:cNvPr id="8" name="시작 방식 선택">
            <a:extLst xmlns:a="http://schemas.openxmlformats.org/drawingml/2006/main">
              <a:ext uri="{FF2B5EF4-FFF2-40B4-BE49-F238E27FC236}">
                <a16:creationId xmlns:a16="http://schemas.microsoft.com/office/drawing/2014/main" id="{B9453CE0-9C33-4610-9B3C-B6F6CA157CB3}"/>
              </a:ext>
            </a:extLst>
          </p:cNvPr>
          <p:cNvSpPr>
            <a:spLocks xmlns:a="http://schemas.openxmlformats.org/drawingml/2006/main" noGrp="1"/>
          </p:cNvSpPr>
          <p:nvPr/>
        </p:nvSpPr>
        <p:spPr>
          <a:xfrm xmlns:a="http://schemas.openxmlformats.org/drawingml/2006/main">
            <a:off x="990600" y="442912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시작 방식 선택</a:t>
            </a:r>
          </a:p>
        </p:txBody>
      </p:sp>
      <p:sp>
        <p:nvSpPr>
          <p:cNvPr id="9" name="개인 계정 로그인 또는 민준 체험">
            <a:extLst xmlns:a="http://schemas.openxmlformats.org/drawingml/2006/main">
              <a:ext uri="{FF2B5EF4-FFF2-40B4-BE49-F238E27FC236}">
                <a16:creationId xmlns:a16="http://schemas.microsoft.com/office/drawing/2014/main" id="{629A6F01-F183-4C4C-A7E1-64F5164FC8E4}"/>
              </a:ext>
            </a:extLst>
          </p:cNvPr>
          <p:cNvSpPr>
            <a:spLocks xmlns:a="http://schemas.openxmlformats.org/drawingml/2006/main" noGrp="1"/>
          </p:cNvSpPr>
          <p:nvPr/>
        </p:nvSpPr>
        <p:spPr>
          <a:xfrm xmlns:a="http://schemas.openxmlformats.org/drawingml/2006/main">
            <a:off x="990600" y="47434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개인 계정 또는 테스트 계정</a:t>
            </a:r>
          </a:p>
        </p:txBody>
      </p:sp>
      <p:sp>
        <p:nvSpPr>
          <p:cNvPr id="10" name="↓">
            <a:extLst xmlns:a="http://schemas.openxmlformats.org/drawingml/2006/main">
              <a:ext uri="{FF2B5EF4-FFF2-40B4-BE49-F238E27FC236}">
                <a16:creationId xmlns:a16="http://schemas.microsoft.com/office/drawing/2014/main" id="{4ADCF9DE-A31E-4DA1-BBA8-CE9DC5495AAF}"/>
              </a:ext>
            </a:extLst>
          </p:cNvPr>
          <p:cNvSpPr>
            <a:spLocks xmlns:a="http://schemas.openxmlformats.org/drawingml/2006/main" noGrp="1"/>
          </p:cNvSpPr>
          <p:nvPr/>
        </p:nvSpPr>
        <p:spPr>
          <a:xfrm xmlns:a="http://schemas.openxmlformats.org/drawingml/2006/main">
            <a:off x="552450" y="4781550"/>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1" name="02">
            <a:extLst xmlns:a="http://schemas.openxmlformats.org/drawingml/2006/main">
              <a:ext uri="{FF2B5EF4-FFF2-40B4-BE49-F238E27FC236}">
                <a16:creationId xmlns:a16="http://schemas.microsoft.com/office/drawing/2014/main" id="{000F45F4-033F-40E9-A52E-D4BE197A5C9B}"/>
              </a:ext>
            </a:extLst>
          </p:cNvPr>
          <p:cNvSpPr>
            <a:spLocks xmlns:a="http://schemas.openxmlformats.org/drawingml/2006/main" noGrp="1"/>
          </p:cNvSpPr>
          <p:nvPr/>
        </p:nvSpPr>
        <p:spPr>
          <a:xfrm xmlns:a="http://schemas.openxmlformats.org/drawingml/2006/main">
            <a:off x="495300" y="5086350"/>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02</a:t>
            </a:r>
          </a:p>
        </p:txBody>
      </p:sp>
      <p:sp>
        <p:nvSpPr>
          <p:cNvPr id="12" name="준비된 여행 확인">
            <a:extLst xmlns:a="http://schemas.openxmlformats.org/drawingml/2006/main">
              <a:ext uri="{FF2B5EF4-FFF2-40B4-BE49-F238E27FC236}">
                <a16:creationId xmlns:a16="http://schemas.microsoft.com/office/drawing/2014/main" id="{984AA7A5-0FD9-4F33-BD18-E6961E7BFB0E}"/>
              </a:ext>
            </a:extLst>
          </p:cNvPr>
          <p:cNvSpPr>
            <a:spLocks xmlns:a="http://schemas.openxmlformats.org/drawingml/2006/main" noGrp="1"/>
          </p:cNvSpPr>
          <p:nvPr/>
        </p:nvSpPr>
        <p:spPr>
          <a:xfrm xmlns:a="http://schemas.openxmlformats.org/drawingml/2006/main">
            <a:off x="990600" y="5086350"/>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여행·그룹 예시 확인</a:t>
            </a:r>
          </a:p>
        </p:txBody>
      </p:sp>
      <p:sp>
        <p:nvSpPr>
          <p:cNvPr id="13" name="계획 4개 · 그룹 3개 · 기록 1개">
            <a:extLst xmlns:a="http://schemas.openxmlformats.org/drawingml/2006/main">
              <a:ext uri="{FF2B5EF4-FFF2-40B4-BE49-F238E27FC236}">
                <a16:creationId xmlns:a16="http://schemas.microsoft.com/office/drawing/2014/main" id="{44DC2C4E-8B4C-47E9-9C83-B1624C25B3C1}"/>
              </a:ext>
            </a:extLst>
          </p:cNvPr>
          <p:cNvSpPr>
            <a:spLocks xmlns:a="http://schemas.openxmlformats.org/drawingml/2006/main" noGrp="1"/>
          </p:cNvSpPr>
          <p:nvPr/>
        </p:nvSpPr>
        <p:spPr>
          <a:xfrm xmlns:a="http://schemas.openxmlformats.org/drawingml/2006/main">
            <a:off x="990600" y="5400675"/>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로그인마다 독립된 예시 제공</a:t>
            </a:r>
          </a:p>
        </p:txBody>
      </p:sp>
      <p:sp>
        <p:nvSpPr>
          <p:cNvPr id="14" name="↓">
            <a:extLst xmlns:a="http://schemas.openxmlformats.org/drawingml/2006/main">
              <a:ext uri="{FF2B5EF4-FFF2-40B4-BE49-F238E27FC236}">
                <a16:creationId xmlns:a16="http://schemas.microsoft.com/office/drawing/2014/main" id="{BA91847B-AEAF-48D2-9523-10F6FF016CFA}"/>
              </a:ext>
            </a:extLst>
          </p:cNvPr>
          <p:cNvSpPr>
            <a:spLocks xmlns:a="http://schemas.openxmlformats.org/drawingml/2006/main" noGrp="1"/>
          </p:cNvSpPr>
          <p:nvPr/>
        </p:nvSpPr>
        <p:spPr>
          <a:xfrm xmlns:a="http://schemas.openxmlformats.org/drawingml/2006/main">
            <a:off x="552450" y="5438775"/>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5" name="03">
            <a:extLst xmlns:a="http://schemas.openxmlformats.org/drawingml/2006/main">
              <a:ext uri="{FF2B5EF4-FFF2-40B4-BE49-F238E27FC236}">
                <a16:creationId xmlns:a16="http://schemas.microsoft.com/office/drawing/2014/main" id="{4E2CEC1C-5EE9-4FC0-800C-26E327778B64}"/>
              </a:ext>
            </a:extLst>
          </p:cNvPr>
          <p:cNvSpPr>
            <a:spLocks xmlns:a="http://schemas.openxmlformats.org/drawingml/2006/main" noGrp="1"/>
          </p:cNvSpPr>
          <p:nvPr/>
        </p:nvSpPr>
        <p:spPr>
          <a:xfrm xmlns:a="http://schemas.openxmlformats.org/drawingml/2006/main">
            <a:off x="495300" y="574357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03</a:t>
            </a:r>
          </a:p>
        </p:txBody>
      </p:sp>
      <p:sp>
        <p:nvSpPr>
          <p:cNvPr id="16" name="기능 화면에서 직접 실행">
            <a:extLst xmlns:a="http://schemas.openxmlformats.org/drawingml/2006/main">
              <a:ext uri="{FF2B5EF4-FFF2-40B4-BE49-F238E27FC236}">
                <a16:creationId xmlns:a16="http://schemas.microsoft.com/office/drawing/2014/main" id="{29E28F01-D828-401C-889F-AD298583234C}"/>
              </a:ext>
            </a:extLst>
          </p:cNvPr>
          <p:cNvSpPr>
            <a:spLocks xmlns:a="http://schemas.openxmlformats.org/drawingml/2006/main" noGrp="1"/>
          </p:cNvSpPr>
          <p:nvPr/>
        </p:nvSpPr>
        <p:spPr>
          <a:xfrm xmlns:a="http://schemas.openxmlformats.org/drawingml/2006/main">
            <a:off x="990600" y="574357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실제 기능으로 이동</a:t>
            </a:r>
          </a:p>
        </p:txBody>
      </p:sp>
      <p:sp>
        <p:nvSpPr>
          <p:cNvPr id="17" name="5단계 가이드에서 바로 이동">
            <a:extLst xmlns:a="http://schemas.openxmlformats.org/drawingml/2006/main">
              <a:ext uri="{FF2B5EF4-FFF2-40B4-BE49-F238E27FC236}">
                <a16:creationId xmlns:a16="http://schemas.microsoft.com/office/drawing/2014/main" id="{BB097EFB-B815-4FF8-ABB0-15EA30557D00}"/>
              </a:ext>
            </a:extLst>
          </p:cNvPr>
          <p:cNvSpPr>
            <a:spLocks xmlns:a="http://schemas.openxmlformats.org/drawingml/2006/main" noGrp="1"/>
          </p:cNvSpPr>
          <p:nvPr/>
        </p:nvSpPr>
        <p:spPr>
          <a:xfrm xmlns:a="http://schemas.openxmlformats.org/drawingml/2006/main">
            <a:off x="990600" y="605790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5단계 안내 · 상단에서 다시 보기</a:t>
            </a:r>
          </a:p>
        </p:txBody>
      </p:sp>
      <p:sp>
        <p:nvSpPr>
          <p:cNvPr id="18" name="로그인과 체험 시작">
            <a:extLst xmlns:a="http://schemas.openxmlformats.org/drawingml/2006/main">
              <a:ext uri="{FF2B5EF4-FFF2-40B4-BE49-F238E27FC236}">
                <a16:creationId xmlns:a16="http://schemas.microsoft.com/office/drawing/2014/main" id="{97F0F3EF-A928-48C5-9B0C-D816C46A7061}"/>
              </a:ext>
            </a:extLst>
          </p:cNvPr>
          <p:cNvSpPr>
            <a:spLocks xmlns:a="http://schemas.openxmlformats.org/drawingml/2006/main" noGrp="1"/>
          </p:cNvSpPr>
          <p:nvPr/>
        </p:nvSpPr>
        <p:spPr>
          <a:xfrm xmlns:a="http://schemas.openxmlformats.org/drawingml/2006/main">
            <a:off x="4857750" y="1238250"/>
            <a:ext cx="3171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로그인과 체험 시작</a:t>
            </a:r>
          </a:p>
        </p:txBody>
      </p:sp>
      <p:sp>
        <p:nvSpPr>
          <p:cNvPr id="19" name="민준의 단계별 체험 가이드">
            <a:extLst xmlns:a="http://schemas.openxmlformats.org/drawingml/2006/main">
              <a:ext uri="{FF2B5EF4-FFF2-40B4-BE49-F238E27FC236}">
                <a16:creationId xmlns:a16="http://schemas.microsoft.com/office/drawing/2014/main" id="{B8CE2BAB-3595-4A5E-A16B-C7FE2656048C}"/>
              </a:ext>
            </a:extLst>
          </p:cNvPr>
          <p:cNvSpPr>
            <a:spLocks xmlns:a="http://schemas.openxmlformats.org/drawingml/2006/main" noGrp="1"/>
          </p:cNvSpPr>
          <p:nvPr/>
        </p:nvSpPr>
        <p:spPr>
          <a:xfrm xmlns:a="http://schemas.openxmlformats.org/drawingml/2006/main">
            <a:off x="8477250" y="12382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누구나 따라 하는 기능 가이드</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f456f87bf9d74ee6"/>
          <a:stretch xmlns:a="http://schemas.openxmlformats.org/drawingml/2006/main"/>
        </p:blipFill>
        <p:spPr>
          <a:xfrm xmlns:a="http://schemas.openxmlformats.org/drawingml/2006/main">
            <a:off x="5365845" y="1695450"/>
            <a:ext cx="1898459" cy="4114800"/>
          </a:xfrm>
          <a:prstGeom xmlns:a="http://schemas.openxmlformats.org/drawingml/2006/main" prst="rect">
            <a:avLst/>
          </a:prstGeom>
        </p:spPr>
      </p:pic>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c20d3222fd9a4a55"/>
          <a:stretch xmlns:a="http://schemas.openxmlformats.org/drawingml/2006/main"/>
        </p:blipFill>
        <p:spPr>
          <a:xfrm xmlns:a="http://schemas.openxmlformats.org/drawingml/2006/main">
            <a:off x="8956770" y="1695450"/>
            <a:ext cx="1898459" cy="4114800"/>
          </a:xfrm>
          <a:prstGeom xmlns:a="http://schemas.openxmlformats.org/drawingml/2006/main" prst="rect">
            <a:avLst/>
          </a:prstGeom>
        </p:spPr>
      </p:pic>
      <p:sp>
        <p:nvSpPr>
          <p:cNvPr id="22" name="개인 계정에서 로그인 수단 연결">
            <a:extLst xmlns:a="http://schemas.openxmlformats.org/drawingml/2006/main">
              <a:ext uri="{FF2B5EF4-FFF2-40B4-BE49-F238E27FC236}">
                <a16:creationId xmlns:a16="http://schemas.microsoft.com/office/drawing/2014/main" id="{54444842-FE65-485A-A484-49123AF0DAAD}"/>
              </a:ext>
            </a:extLst>
          </p:cNvPr>
          <p:cNvSpPr>
            <a:spLocks xmlns:a="http://schemas.openxmlformats.org/drawingml/2006/main" noGrp="1"/>
          </p:cNvSpPr>
          <p:nvPr/>
        </p:nvSpPr>
        <p:spPr>
          <a:xfrm xmlns:a="http://schemas.openxmlformats.org/drawingml/2006/main">
            <a:off x="4810125" y="6057900"/>
            <a:ext cx="3457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테스트: 로그인 중 유지 · 재로그인 초기화</a:t>
            </a:r>
          </a:p>
        </p:txBody>
      </p:sp>
      <p:sp>
        <p:nvSpPr>
          <p:cNvPr id="23" name="가상 인물 · 테스터별 별도 사본">
            <a:extLst xmlns:a="http://schemas.openxmlformats.org/drawingml/2006/main">
              <a:ext uri="{FF2B5EF4-FFF2-40B4-BE49-F238E27FC236}">
                <a16:creationId xmlns:a16="http://schemas.microsoft.com/office/drawing/2014/main" id="{B0D6F5C4-B845-43EF-BA6C-BEC68C5DC520}"/>
              </a:ext>
            </a:extLst>
          </p:cNvPr>
          <p:cNvSpPr>
            <a:spLocks xmlns:a="http://schemas.openxmlformats.org/drawingml/2006/main" noGrp="1"/>
          </p:cNvSpPr>
          <p:nvPr/>
        </p:nvSpPr>
        <p:spPr>
          <a:xfrm xmlns:a="http://schemas.openxmlformats.org/drawingml/2006/main">
            <a:off x="8372475" y="6057900"/>
            <a:ext cx="32099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20초 안내 · 누구나 상단에서 다시 보기</a:t>
            </a:r>
          </a:p>
        </p:txBody>
      </p:sp>
      <p:sp>
        <p:nvSpPr>
          <p:cNvPr id="24" name="06">
            <a:extLst xmlns:a="http://schemas.openxmlformats.org/drawingml/2006/main">
              <a:ext uri="{FF2B5EF4-FFF2-40B4-BE49-F238E27FC236}">
                <a16:creationId xmlns:a16="http://schemas.microsoft.com/office/drawing/2014/main" id="{A96BECCC-ED75-4006-B642-7358C8DAB06D}"/>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06</a:t>
            </a:r>
          </a:p>
        </p:txBody>
      </p:sp>
    </p:spTree>
    <p:extLst>
      <p:ext uri="{BB962C8B-B14F-4D97-AF65-F5344CB8AC3E}">
        <p14:creationId xmlns:p14="http://schemas.microsoft.com/office/powerpoint/2010/main" val="671940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 name="핵심 기능 01">
            <a:extLst xmlns:a="http://schemas.openxmlformats.org/drawingml/2006/main">
              <a:ext uri="{FF2B5EF4-FFF2-40B4-BE49-F238E27FC236}">
                <a16:creationId xmlns:a16="http://schemas.microsoft.com/office/drawing/2014/main" id="{D9B61976-64DE-430D-A3C6-3239A651DE77}"/>
              </a:ext>
            </a:extLst>
          </p:cNvPr>
          <p:cNvSpPr>
            <a:spLocks xmlns:a="http://schemas.openxmlformats.org/drawingml/2006/main" noGrp="1"/>
          </p:cNvSpPr>
          <p:nvPr/>
        </p:nvSpPr>
        <p:spPr>
          <a:xfrm xmlns:a="http://schemas.openxmlformats.org/drawingml/2006/main">
            <a:off x="495300" y="1200150"/>
            <a:ext cx="361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핵심 기능 01</a:t>
            </a:r>
          </a:p>
        </p:txBody>
      </p:sp>
      <p:sp>
        <p:nvSpPr>
          <p:cNvPr id="2" name="관광정보 기반 일정 작성">
            <a:extLst xmlns:a="http://schemas.openxmlformats.org/drawingml/2006/main">
              <a:ext uri="{FF2B5EF4-FFF2-40B4-BE49-F238E27FC236}">
                <a16:creationId xmlns:a16="http://schemas.microsoft.com/office/drawing/2014/main" id="{7E28A9C8-8DE9-4757-838A-28FC0D883C11}"/>
              </a:ext>
            </a:extLst>
          </p:cNvPr>
          <p:cNvSpPr>
            <a:spLocks xmlns:a="http://schemas.openxmlformats.org/drawingml/2006/main" noGrp="1"/>
          </p:cNvSpPr>
          <p:nvPr/>
        </p:nvSpPr>
        <p:spPr>
          <a:xfrm xmlns:a="http://schemas.openxmlformats.org/drawingml/2006/main">
            <a:off x="495300" y="1600200"/>
            <a:ext cx="4143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a:solidFill>
                  <a:srgbClr val="22383E"/>
                </a:solidFill>
                <a:latin typeface="Pretendard SemiBold"/>
                <a:ea typeface="Pretendard SemiBold"/>
                <a:cs typeface="Pretendard SemiBold"/>
              </a:defRPr>
            </a:pPr>
            <a:r>
              <a:rPr sz="2400">
                <a:solidFill>
                  <a:srgbClr val="22383E"/>
                </a:solidFill>
                <a:latin typeface="Pretendard SemiBold"/>
                <a:ea typeface="Pretendard SemiBold"/>
                <a:cs typeface="Pretendard SemiBold"/>
              </a:rPr>
              <a:t>관광정보 기반 일정 작성</a:t>
            </a:r>
          </a:p>
        </p:txBody>
      </p:sp>
      <p:sp>
        <p:nvSpPr>
          <p:cNvPr id="3" name="2/3 · 장소 검색과 코스 구성">
            <a:extLst xmlns:a="http://schemas.openxmlformats.org/drawingml/2006/main">
              <a:ext uri="{FF2B5EF4-FFF2-40B4-BE49-F238E27FC236}">
                <a16:creationId xmlns:a16="http://schemas.microsoft.com/office/drawing/2014/main" id="{519E4E09-9F21-461E-9673-7D190A1CCE72}"/>
              </a:ext>
            </a:extLst>
          </p:cNvPr>
          <p:cNvSpPr>
            <a:spLocks xmlns:a="http://schemas.openxmlformats.org/drawingml/2006/main" noGrp="1"/>
          </p:cNvSpPr>
          <p:nvPr/>
        </p:nvSpPr>
        <p:spPr>
          <a:xfrm xmlns:a="http://schemas.openxmlformats.org/drawingml/2006/main">
            <a:off x="495300" y="2343150"/>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2/3 · 장소 검색과 코스 구성</a:t>
            </a:r>
          </a:p>
        </p:txBody>
      </p:sp>
      <p:sp>
        <p:nvSpPr>
          <p:cNvPr id="4" name="기능 설명">
            <a:extLst xmlns:a="http://schemas.openxmlformats.org/drawingml/2006/main">
              <a:ext uri="{FF2B5EF4-FFF2-40B4-BE49-F238E27FC236}">
                <a16:creationId xmlns:a16="http://schemas.microsoft.com/office/drawing/2014/main" id="{D6C6DC88-A721-4816-B652-2B61777F7274}"/>
              </a:ext>
            </a:extLst>
          </p:cNvPr>
          <p:cNvSpPr>
            <a:spLocks xmlns:a="http://schemas.openxmlformats.org/drawingml/2006/main" noGrp="1"/>
          </p:cNvSpPr>
          <p:nvPr/>
        </p:nvSpPr>
        <p:spPr>
          <a:xfrm xmlns:a="http://schemas.openxmlformats.org/drawingml/2006/main">
            <a:off x="495300" y="27813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설명</a:t>
            </a:r>
          </a:p>
        </p:txBody>
      </p:sp>
      <p:sp>
        <p:nvSpPr>
          <p:cNvPr id="5" name="추천 코스를 가져오거나 빈 일정에서 시작해 관광지·음식점·숙박을 검색하고 추가합니다.">
            <a:extLst xmlns:a="http://schemas.openxmlformats.org/drawingml/2006/main">
              <a:ext uri="{FF2B5EF4-FFF2-40B4-BE49-F238E27FC236}">
                <a16:creationId xmlns:a16="http://schemas.microsoft.com/office/drawing/2014/main" id="{2A56CB10-8C91-4163-83C7-8FC6680330CA}"/>
              </a:ext>
            </a:extLst>
          </p:cNvPr>
          <p:cNvSpPr>
            <a:spLocks xmlns:a="http://schemas.openxmlformats.org/drawingml/2006/main" noGrp="1"/>
          </p:cNvSpPr>
          <p:nvPr/>
        </p:nvSpPr>
        <p:spPr>
          <a:xfrm xmlns:a="http://schemas.openxmlformats.org/drawingml/2006/main">
            <a:off x="495300" y="3105150"/>
            <a:ext cx="3981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추천 코스 36개 또는 빈 일정에서</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시작합니다. 장소를 골라 담고,</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저장한 일정에서 날짜·시간을 정합니다.</a:t>
            </a:r>
          </a:p>
        </p:txBody>
      </p:sp>
      <p:sp>
        <p:nvSpPr>
          <p:cNvPr id="6" name="기능 흐름도">
            <a:extLst xmlns:a="http://schemas.openxmlformats.org/drawingml/2006/main">
              <a:ext uri="{FF2B5EF4-FFF2-40B4-BE49-F238E27FC236}">
                <a16:creationId xmlns:a16="http://schemas.microsoft.com/office/drawing/2014/main" id="{E5D30AFF-E6DB-4B22-BAFA-640421F4D43D}"/>
              </a:ext>
            </a:extLst>
          </p:cNvPr>
          <p:cNvSpPr>
            <a:spLocks xmlns:a="http://schemas.openxmlformats.org/drawingml/2006/main" noGrp="1"/>
          </p:cNvSpPr>
          <p:nvPr/>
        </p:nvSpPr>
        <p:spPr>
          <a:xfrm xmlns:a="http://schemas.openxmlformats.org/drawingml/2006/main">
            <a:off x="495300" y="4095750"/>
            <a:ext cx="3524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흐름도</a:t>
            </a:r>
          </a:p>
        </p:txBody>
      </p:sp>
      <p:sp>
        <p:nvSpPr>
          <p:cNvPr id="7" name="01">
            <a:extLst xmlns:a="http://schemas.openxmlformats.org/drawingml/2006/main">
              <a:ext uri="{FF2B5EF4-FFF2-40B4-BE49-F238E27FC236}">
                <a16:creationId xmlns:a16="http://schemas.microsoft.com/office/drawing/2014/main" id="{7F5AC401-88B1-497B-B15A-EA6CD0A89609}"/>
              </a:ext>
            </a:extLst>
          </p:cNvPr>
          <p:cNvSpPr>
            <a:spLocks xmlns:a="http://schemas.openxmlformats.org/drawingml/2006/main" noGrp="1"/>
          </p:cNvSpPr>
          <p:nvPr/>
        </p:nvSpPr>
        <p:spPr>
          <a:xfrm xmlns:a="http://schemas.openxmlformats.org/drawingml/2006/main">
            <a:off x="495300" y="44291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01</a:t>
            </a:r>
          </a:p>
        </p:txBody>
      </p:sp>
      <p:sp>
        <p:nvSpPr>
          <p:cNvPr id="8" name="출발 권역 선택">
            <a:extLst xmlns:a="http://schemas.openxmlformats.org/drawingml/2006/main">
              <a:ext uri="{FF2B5EF4-FFF2-40B4-BE49-F238E27FC236}">
                <a16:creationId xmlns:a16="http://schemas.microsoft.com/office/drawing/2014/main" id="{DC463D2B-D0CA-49DF-9A4F-0228FAF21130}"/>
              </a:ext>
            </a:extLst>
          </p:cNvPr>
          <p:cNvSpPr>
            <a:spLocks xmlns:a="http://schemas.openxmlformats.org/drawingml/2006/main" noGrp="1"/>
          </p:cNvSpPr>
          <p:nvPr/>
        </p:nvSpPr>
        <p:spPr>
          <a:xfrm xmlns:a="http://schemas.openxmlformats.org/drawingml/2006/main">
            <a:off x="990600" y="442912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권역·관심사로 탐색</a:t>
            </a:r>
          </a:p>
        </p:txBody>
      </p:sp>
      <p:sp>
        <p:nvSpPr>
          <p:cNvPr id="9" name="강원 7개 권역에서 장소 탐색">
            <a:extLst xmlns:a="http://schemas.openxmlformats.org/drawingml/2006/main">
              <a:ext uri="{FF2B5EF4-FFF2-40B4-BE49-F238E27FC236}">
                <a16:creationId xmlns:a16="http://schemas.microsoft.com/office/drawing/2014/main" id="{3E87C2B6-A672-4AE2-BF9C-77AB418D1ED7}"/>
              </a:ext>
            </a:extLst>
          </p:cNvPr>
          <p:cNvSpPr>
            <a:spLocks xmlns:a="http://schemas.openxmlformats.org/drawingml/2006/main" noGrp="1"/>
          </p:cNvSpPr>
          <p:nvPr/>
        </p:nvSpPr>
        <p:spPr>
          <a:xfrm xmlns:a="http://schemas.openxmlformats.org/drawingml/2006/main">
            <a:off x="990600" y="47434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접경 5군과 춘천·속초 추천 코스</a:t>
            </a:r>
          </a:p>
        </p:txBody>
      </p:sp>
      <p:sp>
        <p:nvSpPr>
          <p:cNvPr id="10" name="↓">
            <a:extLst xmlns:a="http://schemas.openxmlformats.org/drawingml/2006/main">
              <a:ext uri="{FF2B5EF4-FFF2-40B4-BE49-F238E27FC236}">
                <a16:creationId xmlns:a16="http://schemas.microsoft.com/office/drawing/2014/main" id="{ADBDBCD1-ECDC-4D40-959E-57C27CBAD266}"/>
              </a:ext>
            </a:extLst>
          </p:cNvPr>
          <p:cNvSpPr>
            <a:spLocks xmlns:a="http://schemas.openxmlformats.org/drawingml/2006/main" noGrp="1"/>
          </p:cNvSpPr>
          <p:nvPr/>
        </p:nvSpPr>
        <p:spPr>
          <a:xfrm xmlns:a="http://schemas.openxmlformats.org/drawingml/2006/main">
            <a:off x="552450" y="4781550"/>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1" name="02">
            <a:extLst xmlns:a="http://schemas.openxmlformats.org/drawingml/2006/main">
              <a:ext uri="{FF2B5EF4-FFF2-40B4-BE49-F238E27FC236}">
                <a16:creationId xmlns:a16="http://schemas.microsoft.com/office/drawing/2014/main" id="{66081FCB-71C7-4C20-8F53-EF7FCBAAD662}"/>
              </a:ext>
            </a:extLst>
          </p:cNvPr>
          <p:cNvSpPr>
            <a:spLocks xmlns:a="http://schemas.openxmlformats.org/drawingml/2006/main" noGrp="1"/>
          </p:cNvSpPr>
          <p:nvPr/>
        </p:nvSpPr>
        <p:spPr>
          <a:xfrm xmlns:a="http://schemas.openxmlformats.org/drawingml/2006/main">
            <a:off x="495300" y="5086350"/>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02</a:t>
            </a:r>
          </a:p>
        </p:txBody>
      </p:sp>
      <p:sp>
        <p:nvSpPr>
          <p:cNvPr id="12" name="관광정보 검색">
            <a:extLst xmlns:a="http://schemas.openxmlformats.org/drawingml/2006/main">
              <a:ext uri="{FF2B5EF4-FFF2-40B4-BE49-F238E27FC236}">
                <a16:creationId xmlns:a16="http://schemas.microsoft.com/office/drawing/2014/main" id="{E4C9A9DC-3088-4831-AD2C-50DB8BA71506}"/>
              </a:ext>
            </a:extLst>
          </p:cNvPr>
          <p:cNvSpPr>
            <a:spLocks xmlns:a="http://schemas.openxmlformats.org/drawingml/2006/main" noGrp="1"/>
          </p:cNvSpPr>
          <p:nvPr/>
        </p:nvSpPr>
        <p:spPr>
          <a:xfrm xmlns:a="http://schemas.openxmlformats.org/drawingml/2006/main">
            <a:off x="990600" y="5086350"/>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장소 찾기·상세 확인</a:t>
            </a:r>
          </a:p>
        </p:txBody>
      </p:sp>
      <p:sp>
        <p:nvSpPr>
          <p:cNvPr id="13" name="장소명·유형으로 후보 확인">
            <a:extLst xmlns:a="http://schemas.openxmlformats.org/drawingml/2006/main">
              <a:ext uri="{FF2B5EF4-FFF2-40B4-BE49-F238E27FC236}">
                <a16:creationId xmlns:a16="http://schemas.microsoft.com/office/drawing/2014/main" id="{33CFC7F0-1B05-4D54-ACC8-8FB251880B49}"/>
              </a:ext>
            </a:extLst>
          </p:cNvPr>
          <p:cNvSpPr>
            <a:spLocks xmlns:a="http://schemas.openxmlformats.org/drawingml/2006/main" noGrp="1"/>
          </p:cNvSpPr>
          <p:nvPr/>
        </p:nvSpPr>
        <p:spPr>
          <a:xfrm xmlns:a="http://schemas.openxmlformats.org/drawingml/2006/main">
            <a:off x="990600" y="5400675"/>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7개 유형 검색 · 추가 목록 조회</a:t>
            </a:r>
          </a:p>
        </p:txBody>
      </p:sp>
      <p:sp>
        <p:nvSpPr>
          <p:cNvPr id="14" name="↓">
            <a:extLst xmlns:a="http://schemas.openxmlformats.org/drawingml/2006/main">
              <a:ext uri="{FF2B5EF4-FFF2-40B4-BE49-F238E27FC236}">
                <a16:creationId xmlns:a16="http://schemas.microsoft.com/office/drawing/2014/main" id="{60CB9B8E-32AD-4823-8156-4B06A120920B}"/>
              </a:ext>
            </a:extLst>
          </p:cNvPr>
          <p:cNvSpPr>
            <a:spLocks xmlns:a="http://schemas.openxmlformats.org/drawingml/2006/main" noGrp="1"/>
          </p:cNvSpPr>
          <p:nvPr/>
        </p:nvSpPr>
        <p:spPr>
          <a:xfrm xmlns:a="http://schemas.openxmlformats.org/drawingml/2006/main">
            <a:off x="552450" y="5438775"/>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5" name="03">
            <a:extLst xmlns:a="http://schemas.openxmlformats.org/drawingml/2006/main">
              <a:ext uri="{FF2B5EF4-FFF2-40B4-BE49-F238E27FC236}">
                <a16:creationId xmlns:a16="http://schemas.microsoft.com/office/drawing/2014/main" id="{AF53B4FF-0334-4142-B660-09A4900C70EE}"/>
              </a:ext>
            </a:extLst>
          </p:cNvPr>
          <p:cNvSpPr>
            <a:spLocks xmlns:a="http://schemas.openxmlformats.org/drawingml/2006/main" noGrp="1"/>
          </p:cNvSpPr>
          <p:nvPr/>
        </p:nvSpPr>
        <p:spPr>
          <a:xfrm xmlns:a="http://schemas.openxmlformats.org/drawingml/2006/main">
            <a:off x="495300" y="574357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03</a:t>
            </a:r>
          </a:p>
        </p:txBody>
      </p:sp>
      <p:sp>
        <p:nvSpPr>
          <p:cNvPr id="16" name="일정에 추가">
            <a:extLst xmlns:a="http://schemas.openxmlformats.org/drawingml/2006/main">
              <a:ext uri="{FF2B5EF4-FFF2-40B4-BE49-F238E27FC236}">
                <a16:creationId xmlns:a16="http://schemas.microsoft.com/office/drawing/2014/main" id="{4D291D96-9DD1-4F6F-A6FD-41678EB40116}"/>
              </a:ext>
            </a:extLst>
          </p:cNvPr>
          <p:cNvSpPr>
            <a:spLocks xmlns:a="http://schemas.openxmlformats.org/drawingml/2006/main" noGrp="1"/>
          </p:cNvSpPr>
          <p:nvPr/>
        </p:nvSpPr>
        <p:spPr>
          <a:xfrm xmlns:a="http://schemas.openxmlformats.org/drawingml/2006/main">
            <a:off x="990600" y="574357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내 일정으로 가져오기</a:t>
            </a:r>
          </a:p>
        </p:txBody>
      </p:sp>
      <p:sp>
        <p:nvSpPr>
          <p:cNvPr id="17" name="직접 입력한 장소도 추가 가능">
            <a:extLst xmlns:a="http://schemas.openxmlformats.org/drawingml/2006/main">
              <a:ext uri="{FF2B5EF4-FFF2-40B4-BE49-F238E27FC236}">
                <a16:creationId xmlns:a16="http://schemas.microsoft.com/office/drawing/2014/main" id="{6DFA94EE-FFFE-4ECB-8067-7AB622315D32}"/>
              </a:ext>
            </a:extLst>
          </p:cNvPr>
          <p:cNvSpPr>
            <a:spLocks xmlns:a="http://schemas.openxmlformats.org/drawingml/2006/main" noGrp="1"/>
          </p:cNvSpPr>
          <p:nvPr/>
        </p:nvSpPr>
        <p:spPr>
          <a:xfrm xmlns:a="http://schemas.openxmlformats.org/drawingml/2006/main">
            <a:off x="990600" y="605790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한 장소부터 시작 · 직접 입력 가능</a:t>
            </a:r>
          </a:p>
        </p:txBody>
      </p:sp>
      <p:sp>
        <p:nvSpPr>
          <p:cNvPr id="18" name="관광정보 검색 · 실제 장소 추가">
            <a:extLst xmlns:a="http://schemas.openxmlformats.org/drawingml/2006/main">
              <a:ext uri="{FF2B5EF4-FFF2-40B4-BE49-F238E27FC236}">
                <a16:creationId xmlns:a16="http://schemas.microsoft.com/office/drawing/2014/main" id="{642993E7-C35F-4797-BD07-7D1B421165B7}"/>
              </a:ext>
            </a:extLst>
          </p:cNvPr>
          <p:cNvSpPr>
            <a:spLocks xmlns:a="http://schemas.openxmlformats.org/drawingml/2006/main" noGrp="1"/>
          </p:cNvSpPr>
          <p:nvPr/>
        </p:nvSpPr>
        <p:spPr>
          <a:xfrm xmlns:a="http://schemas.openxmlformats.org/drawingml/2006/main">
            <a:off x="5381625" y="1238250"/>
            <a:ext cx="614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장소 찾기 · 상세 확인 후 일정으로</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cb05dce37eb141e8"/>
          <ns0:srcRect xmlns:ns0="http://schemas.openxmlformats.org/drawingml/2006/main" l="2791" t="34657" r="3023" b="7833"/>
          <a:stretch xmlns:a="http://schemas.openxmlformats.org/drawingml/2006/main">
            <a:fillRect l="0" t="0" r="0" b="0"/>
          </a:stretch>
        </p:blipFill>
        <p:spPr>
          <a:xfrm xmlns:a="http://schemas.openxmlformats.org/drawingml/2006/main">
            <a:off x="6567610" y="1790700"/>
            <a:ext cx="3343029" cy="4429125"/>
          </a:xfrm>
          <a:prstGeom xmlns:a="http://schemas.openxmlformats.org/drawingml/2006/main" prst="rect">
            <a:avLst/>
          </a:prstGeom>
        </p:spPr>
      </p:pic>
      <p:sp>
        <p:nvSpPr>
          <p:cNvPr id="20" name="07">
            <a:extLst xmlns:a="http://schemas.openxmlformats.org/drawingml/2006/main">
              <a:ext uri="{FF2B5EF4-FFF2-40B4-BE49-F238E27FC236}">
                <a16:creationId xmlns:a16="http://schemas.microsoft.com/office/drawing/2014/main" id="{E73FC153-E23E-4359-A531-F3E95DAF1343}"/>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07</a:t>
            </a:r>
          </a:p>
        </p:txBody>
      </p:sp>
    </p:spTree>
    <p:extLst>
      <p:ext uri="{BB962C8B-B14F-4D97-AF65-F5344CB8AC3E}">
        <p14:creationId xmlns:p14="http://schemas.microsoft.com/office/powerpoint/2010/main" val="671940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4" name="핵심 기능 01">
            <a:extLst xmlns:a="http://schemas.openxmlformats.org/drawingml/2006/main">
              <a:ext uri="{FF2B5EF4-FFF2-40B4-BE49-F238E27FC236}">
                <a16:creationId xmlns:a16="http://schemas.microsoft.com/office/drawing/2014/main" id="{47F1201D-8865-48BC-8BB3-E06F0BCBA0DA}"/>
              </a:ext>
            </a:extLst>
          </p:cNvPr>
          <p:cNvSpPr>
            <a:spLocks xmlns:a="http://schemas.openxmlformats.org/drawingml/2006/main" noGrp="1"/>
          </p:cNvSpPr>
          <p:nvPr/>
        </p:nvSpPr>
        <p:spPr>
          <a:xfrm xmlns:a="http://schemas.openxmlformats.org/drawingml/2006/main">
            <a:off x="495300" y="1200150"/>
            <a:ext cx="361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핵심 기능 01</a:t>
            </a:r>
          </a:p>
        </p:txBody>
      </p:sp>
      <p:sp>
        <p:nvSpPr>
          <p:cNvPr id="2" name="관광정보 기반 일정 작성">
            <a:extLst xmlns:a="http://schemas.openxmlformats.org/drawingml/2006/main">
              <a:ext uri="{FF2B5EF4-FFF2-40B4-BE49-F238E27FC236}">
                <a16:creationId xmlns:a16="http://schemas.microsoft.com/office/drawing/2014/main" id="{4D244F88-CC4B-4E2B-9194-4490F442A728}"/>
              </a:ext>
            </a:extLst>
          </p:cNvPr>
          <p:cNvSpPr>
            <a:spLocks xmlns:a="http://schemas.openxmlformats.org/drawingml/2006/main" noGrp="1"/>
          </p:cNvSpPr>
          <p:nvPr/>
        </p:nvSpPr>
        <p:spPr>
          <a:xfrm xmlns:a="http://schemas.openxmlformats.org/drawingml/2006/main">
            <a:off x="495300" y="1600200"/>
            <a:ext cx="4143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a:solidFill>
                  <a:srgbClr val="22383E"/>
                </a:solidFill>
                <a:latin typeface="Pretendard SemiBold"/>
                <a:ea typeface="Pretendard SemiBold"/>
                <a:cs typeface="Pretendard SemiBold"/>
              </a:defRPr>
            </a:pPr>
            <a:r>
              <a:rPr sz="2400">
                <a:solidFill>
                  <a:srgbClr val="22383E"/>
                </a:solidFill>
                <a:latin typeface="Pretendard SemiBold"/>
                <a:ea typeface="Pretendard SemiBold"/>
                <a:cs typeface="Pretendard SemiBold"/>
              </a:rPr>
              <a:t>관광정보 기반 일정 작성</a:t>
            </a:r>
          </a:p>
        </p:txBody>
      </p:sp>
      <p:sp>
        <p:nvSpPr>
          <p:cNvPr id="3" name="3/3 · 시간표 확인과 일정 편집">
            <a:extLst xmlns:a="http://schemas.openxmlformats.org/drawingml/2006/main">
              <a:ext uri="{FF2B5EF4-FFF2-40B4-BE49-F238E27FC236}">
                <a16:creationId xmlns:a16="http://schemas.microsoft.com/office/drawing/2014/main" id="{8FAF596C-450F-4EFB-9FCF-9BB981EBB70B}"/>
              </a:ext>
            </a:extLst>
          </p:cNvPr>
          <p:cNvSpPr>
            <a:spLocks xmlns:a="http://schemas.openxmlformats.org/drawingml/2006/main" noGrp="1"/>
          </p:cNvSpPr>
          <p:nvPr/>
        </p:nvSpPr>
        <p:spPr>
          <a:xfrm xmlns:a="http://schemas.openxmlformats.org/drawingml/2006/main">
            <a:off x="495300" y="2343150"/>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3/3 · 시간표 확인과 일정 편집</a:t>
            </a:r>
          </a:p>
        </p:txBody>
      </p:sp>
      <p:sp>
        <p:nvSpPr>
          <p:cNvPr id="4" name="기능 설명">
            <a:extLst xmlns:a="http://schemas.openxmlformats.org/drawingml/2006/main">
              <a:ext uri="{FF2B5EF4-FFF2-40B4-BE49-F238E27FC236}">
                <a16:creationId xmlns:a16="http://schemas.microsoft.com/office/drawing/2014/main" id="{EAC0564A-17E7-48EA-BF61-299CB60DCB04}"/>
              </a:ext>
            </a:extLst>
          </p:cNvPr>
          <p:cNvSpPr>
            <a:spLocks xmlns:a="http://schemas.openxmlformats.org/drawingml/2006/main" noGrp="1"/>
          </p:cNvSpPr>
          <p:nvPr/>
        </p:nvSpPr>
        <p:spPr>
          <a:xfrm xmlns:a="http://schemas.openxmlformats.org/drawingml/2006/main">
            <a:off x="495300" y="27813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설명</a:t>
            </a:r>
          </a:p>
        </p:txBody>
      </p:sp>
      <p:sp>
        <p:nvSpPr>
          <p:cNvPr id="5" name="장소의 방문 순서와 머무는 시간을 정하면 일정표에 반영됩니다. 일정 보기와 편집 화면을">
            <a:extLst xmlns:a="http://schemas.openxmlformats.org/drawingml/2006/main">
              <a:ext uri="{FF2B5EF4-FFF2-40B4-BE49-F238E27FC236}">
                <a16:creationId xmlns:a16="http://schemas.microsoft.com/office/drawing/2014/main" id="{A68B6199-8F8D-48E6-AC4C-985BF6B58693}"/>
              </a:ext>
            </a:extLst>
          </p:cNvPr>
          <p:cNvSpPr>
            <a:spLocks xmlns:a="http://schemas.openxmlformats.org/drawingml/2006/main" noGrp="1"/>
          </p:cNvSpPr>
          <p:nvPr/>
        </p:nvSpPr>
        <p:spPr>
          <a:xfrm xmlns:a="http://schemas.openxmlformats.org/drawingml/2006/main">
            <a:off x="495300" y="3105150"/>
            <a:ext cx="3981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장소의 방문 순서와 머무는 시간을</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정하면 일정표에 반영됩니다.</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일정 보기와 편집 화면을 구분합니다.</a:t>
            </a:r>
          </a:p>
        </p:txBody>
      </p:sp>
      <p:sp>
        <p:nvSpPr>
          <p:cNvPr id="6" name="기능 흐름도">
            <a:extLst xmlns:a="http://schemas.openxmlformats.org/drawingml/2006/main">
              <a:ext uri="{FF2B5EF4-FFF2-40B4-BE49-F238E27FC236}">
                <a16:creationId xmlns:a16="http://schemas.microsoft.com/office/drawing/2014/main" id="{86A76599-0B6B-4A71-99DC-B5AD4014F65C}"/>
              </a:ext>
            </a:extLst>
          </p:cNvPr>
          <p:cNvSpPr>
            <a:spLocks xmlns:a="http://schemas.openxmlformats.org/drawingml/2006/main" noGrp="1"/>
          </p:cNvSpPr>
          <p:nvPr/>
        </p:nvSpPr>
        <p:spPr>
          <a:xfrm xmlns:a="http://schemas.openxmlformats.org/drawingml/2006/main">
            <a:off x="495300" y="4095750"/>
            <a:ext cx="3524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흐름도</a:t>
            </a:r>
          </a:p>
        </p:txBody>
      </p:sp>
      <p:sp>
        <p:nvSpPr>
          <p:cNvPr id="7" name="01">
            <a:extLst xmlns:a="http://schemas.openxmlformats.org/drawingml/2006/main">
              <a:ext uri="{FF2B5EF4-FFF2-40B4-BE49-F238E27FC236}">
                <a16:creationId xmlns:a16="http://schemas.microsoft.com/office/drawing/2014/main" id="{DBA826A1-E985-4850-ABC1-E598BFFF5843}"/>
              </a:ext>
            </a:extLst>
          </p:cNvPr>
          <p:cNvSpPr>
            <a:spLocks xmlns:a="http://schemas.openxmlformats.org/drawingml/2006/main" noGrp="1"/>
          </p:cNvSpPr>
          <p:nvPr/>
        </p:nvSpPr>
        <p:spPr>
          <a:xfrm xmlns:a="http://schemas.openxmlformats.org/drawingml/2006/main">
            <a:off x="495300" y="44291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01</a:t>
            </a:r>
          </a:p>
        </p:txBody>
      </p:sp>
      <p:sp>
        <p:nvSpPr>
          <p:cNvPr id="8" name="날짜·시간 설정">
            <a:extLst xmlns:a="http://schemas.openxmlformats.org/drawingml/2006/main">
              <a:ext uri="{FF2B5EF4-FFF2-40B4-BE49-F238E27FC236}">
                <a16:creationId xmlns:a16="http://schemas.microsoft.com/office/drawing/2014/main" id="{7FB5E782-10E6-4028-A46C-86FAE1493E5B}"/>
              </a:ext>
            </a:extLst>
          </p:cNvPr>
          <p:cNvSpPr>
            <a:spLocks xmlns:a="http://schemas.openxmlformats.org/drawingml/2006/main" noGrp="1"/>
          </p:cNvSpPr>
          <p:nvPr/>
        </p:nvSpPr>
        <p:spPr>
          <a:xfrm xmlns:a="http://schemas.openxmlformats.org/drawingml/2006/main">
            <a:off x="990600" y="442912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날짜·시간 설정</a:t>
            </a:r>
          </a:p>
        </p:txBody>
      </p:sp>
      <p:sp>
        <p:nvSpPr>
          <p:cNvPr id="9" name="계획 시각을 기준으로 일정 계산">
            <a:extLst xmlns:a="http://schemas.openxmlformats.org/drawingml/2006/main">
              <a:ext uri="{FF2B5EF4-FFF2-40B4-BE49-F238E27FC236}">
                <a16:creationId xmlns:a16="http://schemas.microsoft.com/office/drawing/2014/main" id="{EE174BBA-92BA-4F23-BD98-2A062183E5F2}"/>
              </a:ext>
            </a:extLst>
          </p:cNvPr>
          <p:cNvSpPr>
            <a:spLocks xmlns:a="http://schemas.openxmlformats.org/drawingml/2006/main" noGrp="1"/>
          </p:cNvSpPr>
          <p:nvPr/>
        </p:nvSpPr>
        <p:spPr>
          <a:xfrm xmlns:a="http://schemas.openxmlformats.org/drawingml/2006/main">
            <a:off x="990600" y="47434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계획 시각을 기준으로 일정 계산</a:t>
            </a:r>
          </a:p>
        </p:txBody>
      </p:sp>
      <p:sp>
        <p:nvSpPr>
          <p:cNvPr id="10" name="↓">
            <a:extLst xmlns:a="http://schemas.openxmlformats.org/drawingml/2006/main">
              <a:ext uri="{FF2B5EF4-FFF2-40B4-BE49-F238E27FC236}">
                <a16:creationId xmlns:a16="http://schemas.microsoft.com/office/drawing/2014/main" id="{130CA863-4F84-437A-81A0-7AB1DA2BA49D}"/>
              </a:ext>
            </a:extLst>
          </p:cNvPr>
          <p:cNvSpPr>
            <a:spLocks xmlns:a="http://schemas.openxmlformats.org/drawingml/2006/main" noGrp="1"/>
          </p:cNvSpPr>
          <p:nvPr/>
        </p:nvSpPr>
        <p:spPr>
          <a:xfrm xmlns:a="http://schemas.openxmlformats.org/drawingml/2006/main">
            <a:off x="552450" y="4781550"/>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1" name="02">
            <a:extLst xmlns:a="http://schemas.openxmlformats.org/drawingml/2006/main">
              <a:ext uri="{FF2B5EF4-FFF2-40B4-BE49-F238E27FC236}">
                <a16:creationId xmlns:a16="http://schemas.microsoft.com/office/drawing/2014/main" id="{4CF39440-DC4A-45F9-8152-9CB833F54AAA}"/>
              </a:ext>
            </a:extLst>
          </p:cNvPr>
          <p:cNvSpPr>
            <a:spLocks xmlns:a="http://schemas.openxmlformats.org/drawingml/2006/main" noGrp="1"/>
          </p:cNvSpPr>
          <p:nvPr/>
        </p:nvSpPr>
        <p:spPr>
          <a:xfrm xmlns:a="http://schemas.openxmlformats.org/drawingml/2006/main">
            <a:off x="495300" y="5086350"/>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02</a:t>
            </a:r>
          </a:p>
        </p:txBody>
      </p:sp>
      <p:sp>
        <p:nvSpPr>
          <p:cNvPr id="12" name="장소·체류시간 편집">
            <a:extLst xmlns:a="http://schemas.openxmlformats.org/drawingml/2006/main">
              <a:ext uri="{FF2B5EF4-FFF2-40B4-BE49-F238E27FC236}">
                <a16:creationId xmlns:a16="http://schemas.microsoft.com/office/drawing/2014/main" id="{3D44F45E-D74B-4114-BB0F-6974751E4E73}"/>
              </a:ext>
            </a:extLst>
          </p:cNvPr>
          <p:cNvSpPr>
            <a:spLocks xmlns:a="http://schemas.openxmlformats.org/drawingml/2006/main" noGrp="1"/>
          </p:cNvSpPr>
          <p:nvPr/>
        </p:nvSpPr>
        <p:spPr>
          <a:xfrm xmlns:a="http://schemas.openxmlformats.org/drawingml/2006/main">
            <a:off x="990600" y="5086350"/>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장소·체류시간 편집</a:t>
            </a:r>
          </a:p>
        </p:txBody>
      </p:sp>
      <p:sp>
        <p:nvSpPr>
          <p:cNvPr id="13" name="순서를 바꾸고 동행 조건 입력">
            <a:extLst xmlns:a="http://schemas.openxmlformats.org/drawingml/2006/main">
              <a:ext uri="{FF2B5EF4-FFF2-40B4-BE49-F238E27FC236}">
                <a16:creationId xmlns:a16="http://schemas.microsoft.com/office/drawing/2014/main" id="{E8222C29-C128-4E6D-A2F8-7396355E2F47}"/>
              </a:ext>
            </a:extLst>
          </p:cNvPr>
          <p:cNvSpPr>
            <a:spLocks xmlns:a="http://schemas.openxmlformats.org/drawingml/2006/main" noGrp="1"/>
          </p:cNvSpPr>
          <p:nvPr/>
        </p:nvSpPr>
        <p:spPr>
          <a:xfrm xmlns:a="http://schemas.openxmlformats.org/drawingml/2006/main">
            <a:off x="990600" y="5400675"/>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순서를 바꾸고 동행 조건 입력</a:t>
            </a:r>
          </a:p>
        </p:txBody>
      </p:sp>
      <p:sp>
        <p:nvSpPr>
          <p:cNvPr id="14" name="↓">
            <a:extLst xmlns:a="http://schemas.openxmlformats.org/drawingml/2006/main">
              <a:ext uri="{FF2B5EF4-FFF2-40B4-BE49-F238E27FC236}">
                <a16:creationId xmlns:a16="http://schemas.microsoft.com/office/drawing/2014/main" id="{0A8F811A-C500-4E8C-A266-69D2DAFA9708}"/>
              </a:ext>
            </a:extLst>
          </p:cNvPr>
          <p:cNvSpPr>
            <a:spLocks xmlns:a="http://schemas.openxmlformats.org/drawingml/2006/main" noGrp="1"/>
          </p:cNvSpPr>
          <p:nvPr/>
        </p:nvSpPr>
        <p:spPr>
          <a:xfrm xmlns:a="http://schemas.openxmlformats.org/drawingml/2006/main">
            <a:off x="552450" y="5438775"/>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5" name="03">
            <a:extLst xmlns:a="http://schemas.openxmlformats.org/drawingml/2006/main">
              <a:ext uri="{FF2B5EF4-FFF2-40B4-BE49-F238E27FC236}">
                <a16:creationId xmlns:a16="http://schemas.microsoft.com/office/drawing/2014/main" id="{B5CE1376-D8EE-4F28-84C2-E4DEBE4B1183}"/>
              </a:ext>
            </a:extLst>
          </p:cNvPr>
          <p:cNvSpPr>
            <a:spLocks xmlns:a="http://schemas.openxmlformats.org/drawingml/2006/main" noGrp="1"/>
          </p:cNvSpPr>
          <p:nvPr/>
        </p:nvSpPr>
        <p:spPr>
          <a:xfrm xmlns:a="http://schemas.openxmlformats.org/drawingml/2006/main">
            <a:off x="495300" y="574357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03</a:t>
            </a:r>
          </a:p>
        </p:txBody>
      </p:sp>
      <p:sp>
        <p:nvSpPr>
          <p:cNvPr id="16" name="일정표 확인">
            <a:extLst xmlns:a="http://schemas.openxmlformats.org/drawingml/2006/main">
              <a:ext uri="{FF2B5EF4-FFF2-40B4-BE49-F238E27FC236}">
                <a16:creationId xmlns:a16="http://schemas.microsoft.com/office/drawing/2014/main" id="{FE510A8C-67D9-4527-8B6D-AB5D59B97658}"/>
              </a:ext>
            </a:extLst>
          </p:cNvPr>
          <p:cNvSpPr>
            <a:spLocks xmlns:a="http://schemas.openxmlformats.org/drawingml/2006/main" noGrp="1"/>
          </p:cNvSpPr>
          <p:nvPr/>
        </p:nvSpPr>
        <p:spPr>
          <a:xfrm xmlns:a="http://schemas.openxmlformats.org/drawingml/2006/main">
            <a:off x="990600" y="574357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일정표 확인</a:t>
            </a:r>
          </a:p>
        </p:txBody>
      </p:sp>
      <p:sp>
        <p:nvSpPr>
          <p:cNvPr id="17" name="시간·장소·이동 추정을 한 번에">
            <a:extLst xmlns:a="http://schemas.openxmlformats.org/drawingml/2006/main">
              <a:ext uri="{FF2B5EF4-FFF2-40B4-BE49-F238E27FC236}">
                <a16:creationId xmlns:a16="http://schemas.microsoft.com/office/drawing/2014/main" id="{7BCA189B-D332-4592-8AC4-D2408547EBF5}"/>
              </a:ext>
            </a:extLst>
          </p:cNvPr>
          <p:cNvSpPr>
            <a:spLocks xmlns:a="http://schemas.openxmlformats.org/drawingml/2006/main" noGrp="1"/>
          </p:cNvSpPr>
          <p:nvPr/>
        </p:nvSpPr>
        <p:spPr>
          <a:xfrm xmlns:a="http://schemas.openxmlformats.org/drawingml/2006/main">
            <a:off x="990600" y="605790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시간·장소·이동 추정을 한 번에</a:t>
            </a:r>
          </a:p>
        </p:txBody>
      </p:sp>
      <p:sp>
        <p:nvSpPr>
          <p:cNvPr id="18" name="동행 조건 입력">
            <a:extLst xmlns:a="http://schemas.openxmlformats.org/drawingml/2006/main">
              <a:ext uri="{FF2B5EF4-FFF2-40B4-BE49-F238E27FC236}">
                <a16:creationId xmlns:a16="http://schemas.microsoft.com/office/drawing/2014/main" id="{0C83964E-E536-4ABC-A071-A7B3CF063512}"/>
              </a:ext>
            </a:extLst>
          </p:cNvPr>
          <p:cNvSpPr>
            <a:spLocks xmlns:a="http://schemas.openxmlformats.org/drawingml/2006/main" noGrp="1"/>
          </p:cNvSpPr>
          <p:nvPr/>
        </p:nvSpPr>
        <p:spPr>
          <a:xfrm xmlns:a="http://schemas.openxmlformats.org/drawingml/2006/main">
            <a:off x="4838700" y="1238250"/>
            <a:ext cx="2876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동행 조건 입력</a:t>
            </a:r>
          </a:p>
        </p:txBody>
      </p:sp>
      <p:sp>
        <p:nvSpPr>
          <p:cNvPr id="19" name="저장한 일정 보기">
            <a:extLst xmlns:a="http://schemas.openxmlformats.org/drawingml/2006/main">
              <a:ext uri="{FF2B5EF4-FFF2-40B4-BE49-F238E27FC236}">
                <a16:creationId xmlns:a16="http://schemas.microsoft.com/office/drawing/2014/main" id="{47FA343D-CA6D-4BE3-912A-8C2A032FDCD5}"/>
              </a:ext>
            </a:extLst>
          </p:cNvPr>
          <p:cNvSpPr>
            <a:spLocks xmlns:a="http://schemas.openxmlformats.org/drawingml/2006/main" noGrp="1"/>
          </p:cNvSpPr>
          <p:nvPr/>
        </p:nvSpPr>
        <p:spPr>
          <a:xfrm xmlns:a="http://schemas.openxmlformats.org/drawingml/2006/main">
            <a:off x="8477250" y="1238250"/>
            <a:ext cx="3086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저장한 일정 보기</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547c8f44cb4646fe"/>
          <a:srcRect xmlns:a="http://schemas.openxmlformats.org/drawingml/2006/main" l="0" t="11600" r="0" b="18700"/>
          <a:stretch xmlns:a="http://schemas.openxmlformats.org/drawingml/2006/main">
            <a:fillRect l="0" t="0" r="0" b="0"/>
          </a:stretch>
        </p:blipFill>
        <p:spPr>
          <a:xfrm xmlns:a="http://schemas.openxmlformats.org/drawingml/2006/main">
            <a:off x="4762500" y="1859036"/>
            <a:ext cx="2857500" cy="4168627"/>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FAB6C539-3ADA-4279-A596-FC051F55A4E2}"/>
              </a:ext>
            </a:extLst>
          </p:cNvPr>
          <p:cNvSpPr>
            <a:spLocks xmlns:a="http://schemas.openxmlformats.org/drawingml/2006/main" noGrp="1"/>
          </p:cNvSpPr>
          <p:nvPr/>
        </p:nvSpPr>
        <p:spPr>
          <a:xfrm xmlns:a="http://schemas.openxmlformats.org/drawingml/2006/main">
            <a:off x="7886700" y="3571875"/>
            <a:ext cx="419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a:solidFill>
                  <a:srgbClr val="246568"/>
                </a:solidFill>
                <a:latin typeface="Pretendard SemiBold"/>
                <a:ea typeface="Pretendard SemiBold"/>
                <a:cs typeface="Pretendard SemiBold"/>
              </a:defRPr>
            </a:pPr>
            <a:r>
              <a:rPr sz="2550">
                <a:solidFill>
                  <a:srgbClr val="246568"/>
                </a:solidFill>
                <a:latin typeface="Pretendard SemiBold"/>
                <a:ea typeface="Pretendard SemiBold"/>
                <a:cs typeface="Pretendard SemiBold"/>
              </a:rPr>
              <a:t>→</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9bb2b56e44eb44a5"/>
          <a:stretch xmlns:a="http://schemas.openxmlformats.org/drawingml/2006/main"/>
        </p:blipFill>
        <p:spPr>
          <a:xfrm xmlns:a="http://schemas.openxmlformats.org/drawingml/2006/main">
            <a:off x="8683360" y="1676400"/>
            <a:ext cx="2207154" cy="4619625"/>
          </a:xfrm>
          <a:prstGeom xmlns:a="http://schemas.openxmlformats.org/drawingml/2006/main" prst="rect">
            <a:avLst/>
          </a:prstGeom>
        </p:spPr>
      </p:pic>
      <p:sp>
        <p:nvSpPr>
          <p:cNvPr id="23" name="08">
            <a:extLst xmlns:a="http://schemas.openxmlformats.org/drawingml/2006/main">
              <a:ext uri="{FF2B5EF4-FFF2-40B4-BE49-F238E27FC236}">
                <a16:creationId xmlns:a16="http://schemas.microsoft.com/office/drawing/2014/main" id="{098670ED-216F-4C53-8EB6-BFED13F0BDEC}"/>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08</a:t>
            </a:r>
          </a:p>
        </p:txBody>
      </p:sp>
    </p:spTree>
    <p:extLst>
      <p:ext uri="{BB962C8B-B14F-4D97-AF65-F5344CB8AC3E}">
        <p14:creationId xmlns:p14="http://schemas.microsoft.com/office/powerpoint/2010/main" val="671940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4" name="핵심 기능 02">
            <a:extLst xmlns:a="http://schemas.openxmlformats.org/drawingml/2006/main">
              <a:ext uri="{FF2B5EF4-FFF2-40B4-BE49-F238E27FC236}">
                <a16:creationId xmlns:a16="http://schemas.microsoft.com/office/drawing/2014/main" id="{4096F598-BC65-4325-868A-15F41623D615}"/>
              </a:ext>
            </a:extLst>
          </p:cNvPr>
          <p:cNvSpPr>
            <a:spLocks xmlns:a="http://schemas.openxmlformats.org/drawingml/2006/main" noGrp="1"/>
          </p:cNvSpPr>
          <p:nvPr/>
        </p:nvSpPr>
        <p:spPr>
          <a:xfrm xmlns:a="http://schemas.openxmlformats.org/drawingml/2006/main">
            <a:off x="495300" y="1200150"/>
            <a:ext cx="361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핵심 기능 02</a:t>
            </a:r>
          </a:p>
        </p:txBody>
      </p:sp>
      <p:sp>
        <p:nvSpPr>
          <p:cNvPr id="2" name="동행 그룹 공동 계획">
            <a:extLst xmlns:a="http://schemas.openxmlformats.org/drawingml/2006/main">
              <a:ext uri="{FF2B5EF4-FFF2-40B4-BE49-F238E27FC236}">
                <a16:creationId xmlns:a16="http://schemas.microsoft.com/office/drawing/2014/main" id="{45567A98-D405-44B4-9DDB-7C40ECB8040E}"/>
              </a:ext>
            </a:extLst>
          </p:cNvPr>
          <p:cNvSpPr>
            <a:spLocks xmlns:a="http://schemas.openxmlformats.org/drawingml/2006/main" noGrp="1"/>
          </p:cNvSpPr>
          <p:nvPr/>
        </p:nvSpPr>
        <p:spPr>
          <a:xfrm xmlns:a="http://schemas.openxmlformats.org/drawingml/2006/main">
            <a:off x="495300" y="1600200"/>
            <a:ext cx="4143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a:solidFill>
                  <a:srgbClr val="22383E"/>
                </a:solidFill>
                <a:latin typeface="Pretendard SemiBold"/>
                <a:ea typeface="Pretendard SemiBold"/>
                <a:cs typeface="Pretendard SemiBold"/>
              </a:defRPr>
            </a:pPr>
            <a:r>
              <a:rPr sz="2400">
                <a:solidFill>
                  <a:srgbClr val="22383E"/>
                </a:solidFill>
                <a:latin typeface="Pretendard SemiBold"/>
                <a:ea typeface="Pretendard SemiBold"/>
                <a:cs typeface="Pretendard SemiBold"/>
              </a:rPr>
              <a:t>동행 그룹 공동 계획</a:t>
            </a:r>
          </a:p>
        </p:txBody>
      </p:sp>
      <p:sp>
        <p:nvSpPr>
          <p:cNvPr id="3" name="공동 일정과 개인 복귀 기준 분리">
            <a:extLst xmlns:a="http://schemas.openxmlformats.org/drawingml/2006/main">
              <a:ext uri="{FF2B5EF4-FFF2-40B4-BE49-F238E27FC236}">
                <a16:creationId xmlns:a16="http://schemas.microsoft.com/office/drawing/2014/main" id="{D5E08E7D-5A79-4BB1-8070-794D334EF602}"/>
              </a:ext>
            </a:extLst>
          </p:cNvPr>
          <p:cNvSpPr>
            <a:spLocks xmlns:a="http://schemas.openxmlformats.org/drawingml/2006/main" noGrp="1"/>
          </p:cNvSpPr>
          <p:nvPr/>
        </p:nvSpPr>
        <p:spPr>
          <a:xfrm xmlns:a="http://schemas.openxmlformats.org/drawingml/2006/main">
            <a:off x="495300" y="2343150"/>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공동 일정과 개인 복귀 기준 분리</a:t>
            </a:r>
          </a:p>
        </p:txBody>
      </p:sp>
      <p:sp>
        <p:nvSpPr>
          <p:cNvPr id="4" name="기능 설명">
            <a:extLst xmlns:a="http://schemas.openxmlformats.org/drawingml/2006/main">
              <a:ext uri="{FF2B5EF4-FFF2-40B4-BE49-F238E27FC236}">
                <a16:creationId xmlns:a16="http://schemas.microsoft.com/office/drawing/2014/main" id="{950B0A7B-2B8B-4C82-9300-43F63A2D8386}"/>
              </a:ext>
            </a:extLst>
          </p:cNvPr>
          <p:cNvSpPr>
            <a:spLocks xmlns:a="http://schemas.openxmlformats.org/drawingml/2006/main" noGrp="1"/>
          </p:cNvSpPr>
          <p:nvPr/>
        </p:nvSpPr>
        <p:spPr>
          <a:xfrm xmlns:a="http://schemas.openxmlformats.org/drawingml/2006/main">
            <a:off x="495300" y="27813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설명</a:t>
            </a:r>
          </a:p>
        </p:txBody>
      </p:sp>
      <p:sp>
        <p:nvSpPr>
          <p:cNvPr id="5" name="가족·연인·친구를 초대해 장소와 시간을 함께 정합니다. 복귀 기준은 각자의 개인 여행 ">
            <a:extLst xmlns:a="http://schemas.openxmlformats.org/drawingml/2006/main">
              <a:ext uri="{FF2B5EF4-FFF2-40B4-BE49-F238E27FC236}">
                <a16:creationId xmlns:a16="http://schemas.microsoft.com/office/drawing/2014/main" id="{F41D6D85-E8BB-436B-B26A-265EF95C428E}"/>
              </a:ext>
            </a:extLst>
          </p:cNvPr>
          <p:cNvSpPr>
            <a:spLocks xmlns:a="http://schemas.openxmlformats.org/drawingml/2006/main" noGrp="1"/>
          </p:cNvSpPr>
          <p:nvPr/>
        </p:nvSpPr>
        <p:spPr>
          <a:xfrm xmlns:a="http://schemas.openxmlformats.org/drawingml/2006/main">
            <a:off x="495300" y="3105150"/>
            <a:ext cx="3981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가족·연인·친구를 초대해 장소와</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시간을 함께 정합니다. 복귀 기준은</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각자의 개인 여행 사본에서 설정합니다.</a:t>
            </a:r>
          </a:p>
        </p:txBody>
      </p:sp>
      <p:sp>
        <p:nvSpPr>
          <p:cNvPr id="6" name="기능 흐름도">
            <a:extLst xmlns:a="http://schemas.openxmlformats.org/drawingml/2006/main">
              <a:ext uri="{FF2B5EF4-FFF2-40B4-BE49-F238E27FC236}">
                <a16:creationId xmlns:a16="http://schemas.microsoft.com/office/drawing/2014/main" id="{A0540805-5921-4DF4-8EC4-F0AED59C4FB5}"/>
              </a:ext>
            </a:extLst>
          </p:cNvPr>
          <p:cNvSpPr>
            <a:spLocks xmlns:a="http://schemas.openxmlformats.org/drawingml/2006/main" noGrp="1"/>
          </p:cNvSpPr>
          <p:nvPr/>
        </p:nvSpPr>
        <p:spPr>
          <a:xfrm xmlns:a="http://schemas.openxmlformats.org/drawingml/2006/main">
            <a:off x="495300" y="4095750"/>
            <a:ext cx="3524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흐름도</a:t>
            </a:r>
          </a:p>
        </p:txBody>
      </p:sp>
      <p:sp>
        <p:nvSpPr>
          <p:cNvPr id="7" name="01">
            <a:extLst xmlns:a="http://schemas.openxmlformats.org/drawingml/2006/main">
              <a:ext uri="{FF2B5EF4-FFF2-40B4-BE49-F238E27FC236}">
                <a16:creationId xmlns:a16="http://schemas.microsoft.com/office/drawing/2014/main" id="{26D1EEE8-DC6A-4F9C-8604-E8E351890D9F}"/>
              </a:ext>
            </a:extLst>
          </p:cNvPr>
          <p:cNvSpPr>
            <a:spLocks xmlns:a="http://schemas.openxmlformats.org/drawingml/2006/main" noGrp="1"/>
          </p:cNvSpPr>
          <p:nvPr/>
        </p:nvSpPr>
        <p:spPr>
          <a:xfrm xmlns:a="http://schemas.openxmlformats.org/drawingml/2006/main">
            <a:off x="495300" y="44291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01</a:t>
            </a:r>
          </a:p>
        </p:txBody>
      </p:sp>
      <p:sp>
        <p:nvSpPr>
          <p:cNvPr id="8" name="그룹 만들기·참여">
            <a:extLst xmlns:a="http://schemas.openxmlformats.org/drawingml/2006/main">
              <a:ext uri="{FF2B5EF4-FFF2-40B4-BE49-F238E27FC236}">
                <a16:creationId xmlns:a16="http://schemas.microsoft.com/office/drawing/2014/main" id="{59A124F7-8109-4F6B-AC2F-48C41BFECEB7}"/>
              </a:ext>
            </a:extLst>
          </p:cNvPr>
          <p:cNvSpPr>
            <a:spLocks xmlns:a="http://schemas.openxmlformats.org/drawingml/2006/main" noGrp="1"/>
          </p:cNvSpPr>
          <p:nvPr/>
        </p:nvSpPr>
        <p:spPr>
          <a:xfrm xmlns:a="http://schemas.openxmlformats.org/drawingml/2006/main">
            <a:off x="990600" y="442912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그룹 만들기·참여</a:t>
            </a:r>
          </a:p>
        </p:txBody>
      </p:sp>
      <p:sp>
        <p:nvSpPr>
          <p:cNvPr id="9" name="초대코드로 동행자 연결">
            <a:extLst xmlns:a="http://schemas.openxmlformats.org/drawingml/2006/main">
              <a:ext uri="{FF2B5EF4-FFF2-40B4-BE49-F238E27FC236}">
                <a16:creationId xmlns:a16="http://schemas.microsoft.com/office/drawing/2014/main" id="{C5001B09-543D-45CE-9B45-A467FC2C6AA1}"/>
              </a:ext>
            </a:extLst>
          </p:cNvPr>
          <p:cNvSpPr>
            <a:spLocks xmlns:a="http://schemas.openxmlformats.org/drawingml/2006/main" noGrp="1"/>
          </p:cNvSpPr>
          <p:nvPr/>
        </p:nvSpPr>
        <p:spPr>
          <a:xfrm xmlns:a="http://schemas.openxmlformats.org/drawingml/2006/main">
            <a:off x="990600" y="47434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실제 지인 초대는 개인 계정에서</a:t>
            </a:r>
          </a:p>
        </p:txBody>
      </p:sp>
      <p:sp>
        <p:nvSpPr>
          <p:cNvPr id="10" name="↓">
            <a:extLst xmlns:a="http://schemas.openxmlformats.org/drawingml/2006/main">
              <a:ext uri="{FF2B5EF4-FFF2-40B4-BE49-F238E27FC236}">
                <a16:creationId xmlns:a16="http://schemas.microsoft.com/office/drawing/2014/main" id="{EC465806-3A53-4802-8B46-39D47975E659}"/>
              </a:ext>
            </a:extLst>
          </p:cNvPr>
          <p:cNvSpPr>
            <a:spLocks xmlns:a="http://schemas.openxmlformats.org/drawingml/2006/main" noGrp="1"/>
          </p:cNvSpPr>
          <p:nvPr/>
        </p:nvSpPr>
        <p:spPr>
          <a:xfrm xmlns:a="http://schemas.openxmlformats.org/drawingml/2006/main">
            <a:off x="552450" y="4781550"/>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1" name="02">
            <a:extLst xmlns:a="http://schemas.openxmlformats.org/drawingml/2006/main">
              <a:ext uri="{FF2B5EF4-FFF2-40B4-BE49-F238E27FC236}">
                <a16:creationId xmlns:a16="http://schemas.microsoft.com/office/drawing/2014/main" id="{0AF29B80-1327-40E0-9A3D-617423886E8C}"/>
              </a:ext>
            </a:extLst>
          </p:cNvPr>
          <p:cNvSpPr>
            <a:spLocks xmlns:a="http://schemas.openxmlformats.org/drawingml/2006/main" noGrp="1"/>
          </p:cNvSpPr>
          <p:nvPr/>
        </p:nvSpPr>
        <p:spPr>
          <a:xfrm xmlns:a="http://schemas.openxmlformats.org/drawingml/2006/main">
            <a:off x="495300" y="5086350"/>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02</a:t>
            </a:r>
          </a:p>
        </p:txBody>
      </p:sp>
      <p:sp>
        <p:nvSpPr>
          <p:cNvPr id="12" name="공동 일정 작성">
            <a:extLst xmlns:a="http://schemas.openxmlformats.org/drawingml/2006/main">
              <a:ext uri="{FF2B5EF4-FFF2-40B4-BE49-F238E27FC236}">
                <a16:creationId xmlns:a16="http://schemas.microsoft.com/office/drawing/2014/main" id="{781D4514-5783-4283-90F7-A07BE13E77DC}"/>
              </a:ext>
            </a:extLst>
          </p:cNvPr>
          <p:cNvSpPr>
            <a:spLocks xmlns:a="http://schemas.openxmlformats.org/drawingml/2006/main" noGrp="1"/>
          </p:cNvSpPr>
          <p:nvPr/>
        </p:nvSpPr>
        <p:spPr>
          <a:xfrm xmlns:a="http://schemas.openxmlformats.org/drawingml/2006/main">
            <a:off x="990600" y="5086350"/>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공동 일정 작성</a:t>
            </a:r>
          </a:p>
        </p:txBody>
      </p:sp>
      <p:sp>
        <p:nvSpPr>
          <p:cNvPr id="13" name="그룹별로 여러 여행 관리">
            <a:extLst xmlns:a="http://schemas.openxmlformats.org/drawingml/2006/main">
              <a:ext uri="{FF2B5EF4-FFF2-40B4-BE49-F238E27FC236}">
                <a16:creationId xmlns:a16="http://schemas.microsoft.com/office/drawing/2014/main" id="{F5458E4F-01C1-4C55-B600-7CB4F36AF208}"/>
              </a:ext>
            </a:extLst>
          </p:cNvPr>
          <p:cNvSpPr>
            <a:spLocks xmlns:a="http://schemas.openxmlformats.org/drawingml/2006/main" noGrp="1"/>
          </p:cNvSpPr>
          <p:nvPr/>
        </p:nvSpPr>
        <p:spPr>
          <a:xfrm xmlns:a="http://schemas.openxmlformats.org/drawingml/2006/main">
            <a:off x="990600" y="5400675"/>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그룹별로 여러 여행 관리</a:t>
            </a:r>
          </a:p>
        </p:txBody>
      </p:sp>
      <p:sp>
        <p:nvSpPr>
          <p:cNvPr id="14" name="↓">
            <a:extLst xmlns:a="http://schemas.openxmlformats.org/drawingml/2006/main">
              <a:ext uri="{FF2B5EF4-FFF2-40B4-BE49-F238E27FC236}">
                <a16:creationId xmlns:a16="http://schemas.microsoft.com/office/drawing/2014/main" id="{59451CFB-7D3D-4F4B-8E5F-802379CCE7C0}"/>
              </a:ext>
            </a:extLst>
          </p:cNvPr>
          <p:cNvSpPr>
            <a:spLocks xmlns:a="http://schemas.openxmlformats.org/drawingml/2006/main" noGrp="1"/>
          </p:cNvSpPr>
          <p:nvPr/>
        </p:nvSpPr>
        <p:spPr>
          <a:xfrm xmlns:a="http://schemas.openxmlformats.org/drawingml/2006/main">
            <a:off x="552450" y="5438775"/>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5" name="03">
            <a:extLst xmlns:a="http://schemas.openxmlformats.org/drawingml/2006/main">
              <a:ext uri="{FF2B5EF4-FFF2-40B4-BE49-F238E27FC236}">
                <a16:creationId xmlns:a16="http://schemas.microsoft.com/office/drawing/2014/main" id="{4B73D59B-78A1-4A0D-A2BF-29F385E61A9B}"/>
              </a:ext>
            </a:extLst>
          </p:cNvPr>
          <p:cNvSpPr>
            <a:spLocks xmlns:a="http://schemas.openxmlformats.org/drawingml/2006/main" noGrp="1"/>
          </p:cNvSpPr>
          <p:nvPr/>
        </p:nvSpPr>
        <p:spPr>
          <a:xfrm xmlns:a="http://schemas.openxmlformats.org/drawingml/2006/main">
            <a:off x="495300" y="574357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03</a:t>
            </a:r>
          </a:p>
        </p:txBody>
      </p:sp>
      <p:sp>
        <p:nvSpPr>
          <p:cNvPr id="16" name="개인 사본 만들기">
            <a:extLst xmlns:a="http://schemas.openxmlformats.org/drawingml/2006/main">
              <a:ext uri="{FF2B5EF4-FFF2-40B4-BE49-F238E27FC236}">
                <a16:creationId xmlns:a16="http://schemas.microsoft.com/office/drawing/2014/main" id="{3FDB855A-1144-47A5-936F-31F2ED75229D}"/>
              </a:ext>
            </a:extLst>
          </p:cNvPr>
          <p:cNvSpPr>
            <a:spLocks xmlns:a="http://schemas.openxmlformats.org/drawingml/2006/main" noGrp="1"/>
          </p:cNvSpPr>
          <p:nvPr/>
        </p:nvSpPr>
        <p:spPr>
          <a:xfrm xmlns:a="http://schemas.openxmlformats.org/drawingml/2006/main">
            <a:off x="990600" y="574357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개인 사본 만들기</a:t>
            </a:r>
          </a:p>
        </p:txBody>
      </p:sp>
      <p:sp>
        <p:nvSpPr>
          <p:cNvPr id="17" name="복귀 시각은 개인에게만 표시">
            <a:extLst xmlns:a="http://schemas.openxmlformats.org/drawingml/2006/main">
              <a:ext uri="{FF2B5EF4-FFF2-40B4-BE49-F238E27FC236}">
                <a16:creationId xmlns:a16="http://schemas.microsoft.com/office/drawing/2014/main" id="{18B73935-A626-4B2E-BC73-8456A8622DDE}"/>
              </a:ext>
            </a:extLst>
          </p:cNvPr>
          <p:cNvSpPr>
            <a:spLocks xmlns:a="http://schemas.openxmlformats.org/drawingml/2006/main" noGrp="1"/>
          </p:cNvSpPr>
          <p:nvPr/>
        </p:nvSpPr>
        <p:spPr>
          <a:xfrm xmlns:a="http://schemas.openxmlformats.org/drawingml/2006/main">
            <a:off x="990600" y="605790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복귀 시각은 개인에게만 표시</a:t>
            </a:r>
          </a:p>
        </p:txBody>
      </p:sp>
      <p:sp>
        <p:nvSpPr>
          <p:cNvPr id="18" name="그룹의 공동 일정">
            <a:extLst xmlns:a="http://schemas.openxmlformats.org/drawingml/2006/main">
              <a:ext uri="{FF2B5EF4-FFF2-40B4-BE49-F238E27FC236}">
                <a16:creationId xmlns:a16="http://schemas.microsoft.com/office/drawing/2014/main" id="{B57AA331-8805-4FC3-B046-2B5AA235355B}"/>
              </a:ext>
            </a:extLst>
          </p:cNvPr>
          <p:cNvSpPr>
            <a:spLocks xmlns:a="http://schemas.openxmlformats.org/drawingml/2006/main" noGrp="1"/>
          </p:cNvSpPr>
          <p:nvPr/>
        </p:nvSpPr>
        <p:spPr>
          <a:xfrm xmlns:a="http://schemas.openxmlformats.org/drawingml/2006/main">
            <a:off x="4810125" y="12382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그룹의 공동 일정</a:t>
            </a:r>
          </a:p>
        </p:txBody>
      </p:sp>
      <p:sp>
        <p:nvSpPr>
          <p:cNvPr id="19" name="나의 여행 사본">
            <a:extLst xmlns:a="http://schemas.openxmlformats.org/drawingml/2006/main">
              <a:ext uri="{FF2B5EF4-FFF2-40B4-BE49-F238E27FC236}">
                <a16:creationId xmlns:a16="http://schemas.microsoft.com/office/drawing/2014/main" id="{2C3466F6-4ACE-470F-A4B7-2F525F24CF2F}"/>
              </a:ext>
            </a:extLst>
          </p:cNvPr>
          <p:cNvSpPr>
            <a:spLocks xmlns:a="http://schemas.openxmlformats.org/drawingml/2006/main" noGrp="1"/>
          </p:cNvSpPr>
          <p:nvPr/>
        </p:nvSpPr>
        <p:spPr>
          <a:xfrm xmlns:a="http://schemas.openxmlformats.org/drawingml/2006/main">
            <a:off x="8620125" y="1238250"/>
            <a:ext cx="2905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나의 여행 사본</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f61dfcd1cd5149bb"/>
          <a:srcRect xmlns:a="http://schemas.openxmlformats.org/drawingml/2006/main" l="0" t="15000" r="0" b="7800"/>
          <a:stretch xmlns:a="http://schemas.openxmlformats.org/drawingml/2006/main">
            <a:fillRect l="0" t="0" r="0" b="0"/>
          </a:stretch>
        </p:blipFill>
        <p:spPr>
          <a:xfrm xmlns:a="http://schemas.openxmlformats.org/drawingml/2006/main">
            <a:off x="4724096" y="1676400"/>
            <a:ext cx="2829534" cy="45720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C1389698-1A18-41D4-82A1-4D415F7974AE}"/>
              </a:ext>
            </a:extLst>
          </p:cNvPr>
          <p:cNvSpPr>
            <a:spLocks xmlns:a="http://schemas.openxmlformats.org/drawingml/2006/main" noGrp="1"/>
          </p:cNvSpPr>
          <p:nvPr/>
        </p:nvSpPr>
        <p:spPr>
          <a:xfrm xmlns:a="http://schemas.openxmlformats.org/drawingml/2006/main">
            <a:off x="7877175" y="3571875"/>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a:solidFill>
                  <a:srgbClr val="246568"/>
                </a:solidFill>
                <a:latin typeface="Pretendard SemiBold"/>
                <a:ea typeface="Pretendard SemiBold"/>
                <a:cs typeface="Pretendard SemiBold"/>
              </a:defRPr>
            </a:pPr>
            <a:r>
              <a:rPr sz="2550">
                <a:solidFill>
                  <a:srgbClr val="246568"/>
                </a:solidFill>
                <a:latin typeface="Pretendard SemiBold"/>
                <a:ea typeface="Pretendard SemiBold"/>
                <a:cs typeface="Pretendard SemiBold"/>
              </a:rPr>
              <a:t>→</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6685b726901a4fa5"/>
          <a:srcRect xmlns:a="http://schemas.openxmlformats.org/drawingml/2006/main" l="0" t="42700" r="0" b="1100"/>
          <a:stretch xmlns:a="http://schemas.openxmlformats.org/drawingml/2006/main">
            <a:fillRect l="0" t="0" r="0" b="0"/>
          </a:stretch>
        </p:blipFill>
        <p:spPr>
          <a:xfrm xmlns:a="http://schemas.openxmlformats.org/drawingml/2006/main">
            <a:off x="8486775" y="2212888"/>
            <a:ext cx="2990850" cy="3518074"/>
          </a:xfrm>
          <a:prstGeom xmlns:a="http://schemas.openxmlformats.org/drawingml/2006/main" prst="rect">
            <a:avLst/>
          </a:prstGeom>
        </p:spPr>
      </p:pic>
      <p:sp>
        <p:nvSpPr>
          <p:cNvPr id="23" name="09">
            <a:extLst xmlns:a="http://schemas.openxmlformats.org/drawingml/2006/main">
              <a:ext uri="{FF2B5EF4-FFF2-40B4-BE49-F238E27FC236}">
                <a16:creationId xmlns:a16="http://schemas.microsoft.com/office/drawing/2014/main" id="{DBAB415F-9B84-4EF6-9954-AA8B80CAF72B}"/>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09</a:t>
            </a:r>
          </a:p>
        </p:txBody>
      </p:sp>
    </p:spTree>
    <p:extLst>
      <p:ext uri="{BB962C8B-B14F-4D97-AF65-F5344CB8AC3E}">
        <p14:creationId xmlns:p14="http://schemas.microsoft.com/office/powerpoint/2010/main" val="671940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1" name="핵심 기능 03">
            <a:extLst xmlns:a="http://schemas.openxmlformats.org/drawingml/2006/main">
              <a:ext uri="{FF2B5EF4-FFF2-40B4-BE49-F238E27FC236}">
                <a16:creationId xmlns:a16="http://schemas.microsoft.com/office/drawing/2014/main" id="{7D9E9D24-4617-40D7-8DBF-89ED847F0863}"/>
              </a:ext>
            </a:extLst>
          </p:cNvPr>
          <p:cNvSpPr>
            <a:spLocks xmlns:a="http://schemas.openxmlformats.org/drawingml/2006/main" noGrp="1"/>
          </p:cNvSpPr>
          <p:nvPr/>
        </p:nvSpPr>
        <p:spPr>
          <a:xfrm xmlns:a="http://schemas.openxmlformats.org/drawingml/2006/main">
            <a:off x="495300" y="1200150"/>
            <a:ext cx="361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핵심 기능 03</a:t>
            </a:r>
          </a:p>
        </p:txBody>
      </p:sp>
      <p:sp>
        <p:nvSpPr>
          <p:cNvPr id="2" name="복귀 여유 비교·조정">
            <a:extLst xmlns:a="http://schemas.openxmlformats.org/drawingml/2006/main">
              <a:ext uri="{FF2B5EF4-FFF2-40B4-BE49-F238E27FC236}">
                <a16:creationId xmlns:a16="http://schemas.microsoft.com/office/drawing/2014/main" id="{79568614-8B23-425E-939D-4DC6E9E60783}"/>
              </a:ext>
            </a:extLst>
          </p:cNvPr>
          <p:cNvSpPr>
            <a:spLocks xmlns:a="http://schemas.openxmlformats.org/drawingml/2006/main" noGrp="1"/>
          </p:cNvSpPr>
          <p:nvPr/>
        </p:nvSpPr>
        <p:spPr>
          <a:xfrm xmlns:a="http://schemas.openxmlformats.org/drawingml/2006/main">
            <a:off x="495300" y="1600200"/>
            <a:ext cx="4143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a:solidFill>
                  <a:srgbClr val="22383E"/>
                </a:solidFill>
                <a:latin typeface="Pretendard SemiBold"/>
                <a:ea typeface="Pretendard SemiBold"/>
                <a:cs typeface="Pretendard SemiBold"/>
              </a:defRPr>
            </a:pPr>
            <a:r>
              <a:rPr sz="2400">
                <a:solidFill>
                  <a:srgbClr val="22383E"/>
                </a:solidFill>
                <a:latin typeface="Pretendard SemiBold"/>
                <a:ea typeface="Pretendard SemiBold"/>
                <a:cs typeface="Pretendard SemiBold"/>
              </a:rPr>
              <a:t>복귀 여유 비교·조정</a:t>
            </a:r>
          </a:p>
        </p:txBody>
      </p:sp>
      <p:sp>
        <p:nvSpPr>
          <p:cNvPr id="3" name="1/2 · 계획 시각과 동행 조건">
            <a:extLst xmlns:a="http://schemas.openxmlformats.org/drawingml/2006/main">
              <a:ext uri="{FF2B5EF4-FFF2-40B4-BE49-F238E27FC236}">
                <a16:creationId xmlns:a16="http://schemas.microsoft.com/office/drawing/2014/main" id="{4F8F575D-B404-4FFD-BABB-88AAB31E683D}"/>
              </a:ext>
            </a:extLst>
          </p:cNvPr>
          <p:cNvSpPr>
            <a:spLocks xmlns:a="http://schemas.openxmlformats.org/drawingml/2006/main" noGrp="1"/>
          </p:cNvSpPr>
          <p:nvPr/>
        </p:nvSpPr>
        <p:spPr>
          <a:xfrm xmlns:a="http://schemas.openxmlformats.org/drawingml/2006/main">
            <a:off x="495300" y="2343150"/>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1/2 · 계획 시각과 동행 조건</a:t>
            </a:r>
          </a:p>
        </p:txBody>
      </p:sp>
      <p:sp>
        <p:nvSpPr>
          <p:cNvPr id="4" name="기능 설명">
            <a:extLst xmlns:a="http://schemas.openxmlformats.org/drawingml/2006/main">
              <a:ext uri="{FF2B5EF4-FFF2-40B4-BE49-F238E27FC236}">
                <a16:creationId xmlns:a16="http://schemas.microsoft.com/office/drawing/2014/main" id="{C618A60F-CD53-4B52-83C6-B65248454085}"/>
              </a:ext>
            </a:extLst>
          </p:cNvPr>
          <p:cNvSpPr>
            <a:spLocks xmlns:a="http://schemas.openxmlformats.org/drawingml/2006/main" noGrp="1"/>
          </p:cNvSpPr>
          <p:nvPr/>
        </p:nvSpPr>
        <p:spPr>
          <a:xfrm xmlns:a="http://schemas.openxmlformats.org/drawingml/2006/main">
            <a:off x="495300" y="27813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설명</a:t>
            </a:r>
          </a:p>
        </p:txBody>
      </p:sp>
      <p:sp>
        <p:nvSpPr>
          <p:cNvPr id="5" name="출발·복귀 시각, 이동수단과 동행자의 도보 시간을 설정해 여행에 남길 여유를 계산합니다">
            <a:extLst xmlns:a="http://schemas.openxmlformats.org/drawingml/2006/main">
              <a:ext uri="{FF2B5EF4-FFF2-40B4-BE49-F238E27FC236}">
                <a16:creationId xmlns:a16="http://schemas.microsoft.com/office/drawing/2014/main" id="{CDA7CBF0-FF8C-4449-A869-270BA778E3B5}"/>
              </a:ext>
            </a:extLst>
          </p:cNvPr>
          <p:cNvSpPr>
            <a:spLocks xmlns:a="http://schemas.openxmlformats.org/drawingml/2006/main" noGrp="1"/>
          </p:cNvSpPr>
          <p:nvPr/>
        </p:nvSpPr>
        <p:spPr>
          <a:xfrm xmlns:a="http://schemas.openxmlformats.org/drawingml/2006/main">
            <a:off x="495300" y="3105150"/>
            <a:ext cx="3981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출발·복귀 시각, 이동수단과</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동행자의 도보 시간을 설정해</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여행에 남길 여유를 계산합니다.</a:t>
            </a:r>
          </a:p>
        </p:txBody>
      </p:sp>
      <p:sp>
        <p:nvSpPr>
          <p:cNvPr id="6" name="기능 흐름도">
            <a:extLst xmlns:a="http://schemas.openxmlformats.org/drawingml/2006/main">
              <a:ext uri="{FF2B5EF4-FFF2-40B4-BE49-F238E27FC236}">
                <a16:creationId xmlns:a16="http://schemas.microsoft.com/office/drawing/2014/main" id="{E1A49F3C-30AC-4F98-8B28-D7DF712F980F}"/>
              </a:ext>
            </a:extLst>
          </p:cNvPr>
          <p:cNvSpPr>
            <a:spLocks xmlns:a="http://schemas.openxmlformats.org/drawingml/2006/main" noGrp="1"/>
          </p:cNvSpPr>
          <p:nvPr/>
        </p:nvSpPr>
        <p:spPr>
          <a:xfrm xmlns:a="http://schemas.openxmlformats.org/drawingml/2006/main">
            <a:off x="495300" y="4095750"/>
            <a:ext cx="3524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흐름도</a:t>
            </a:r>
          </a:p>
        </p:txBody>
      </p:sp>
      <p:sp>
        <p:nvSpPr>
          <p:cNvPr id="7" name="01">
            <a:extLst xmlns:a="http://schemas.openxmlformats.org/drawingml/2006/main">
              <a:ext uri="{FF2B5EF4-FFF2-40B4-BE49-F238E27FC236}">
                <a16:creationId xmlns:a16="http://schemas.microsoft.com/office/drawing/2014/main" id="{08BF47A7-4648-4242-B214-D72DD7F2D5E4}"/>
              </a:ext>
            </a:extLst>
          </p:cNvPr>
          <p:cNvSpPr>
            <a:spLocks xmlns:a="http://schemas.openxmlformats.org/drawingml/2006/main" noGrp="1"/>
          </p:cNvSpPr>
          <p:nvPr/>
        </p:nvSpPr>
        <p:spPr>
          <a:xfrm xmlns:a="http://schemas.openxmlformats.org/drawingml/2006/main">
            <a:off x="495300" y="44291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01</a:t>
            </a:r>
          </a:p>
        </p:txBody>
      </p:sp>
      <p:sp>
        <p:nvSpPr>
          <p:cNvPr id="8" name="계획 시각·수단 입력">
            <a:extLst xmlns:a="http://schemas.openxmlformats.org/drawingml/2006/main">
              <a:ext uri="{FF2B5EF4-FFF2-40B4-BE49-F238E27FC236}">
                <a16:creationId xmlns:a16="http://schemas.microsoft.com/office/drawing/2014/main" id="{68EBDEFE-1625-476B-AA8B-F983159748F1}"/>
              </a:ext>
            </a:extLst>
          </p:cNvPr>
          <p:cNvSpPr>
            <a:spLocks xmlns:a="http://schemas.openxmlformats.org/drawingml/2006/main" noGrp="1"/>
          </p:cNvSpPr>
          <p:nvPr/>
        </p:nvSpPr>
        <p:spPr>
          <a:xfrm xmlns:a="http://schemas.openxmlformats.org/drawingml/2006/main">
            <a:off x="990600" y="442912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계획 시각·수단 입력</a:t>
            </a:r>
          </a:p>
        </p:txBody>
      </p:sp>
      <p:sp>
        <p:nvSpPr>
          <p:cNvPr id="9" name="출발 날짜와 이동수단 선택">
            <a:extLst xmlns:a="http://schemas.openxmlformats.org/drawingml/2006/main">
              <a:ext uri="{FF2B5EF4-FFF2-40B4-BE49-F238E27FC236}">
                <a16:creationId xmlns:a16="http://schemas.microsoft.com/office/drawing/2014/main" id="{640BBCF3-468D-4D6D-92DA-CB7E28AF739E}"/>
              </a:ext>
            </a:extLst>
          </p:cNvPr>
          <p:cNvSpPr>
            <a:spLocks xmlns:a="http://schemas.openxmlformats.org/drawingml/2006/main" noGrp="1"/>
          </p:cNvSpPr>
          <p:nvPr/>
        </p:nvSpPr>
        <p:spPr>
          <a:xfrm xmlns:a="http://schemas.openxmlformats.org/drawingml/2006/main">
            <a:off x="990600" y="47434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출발 날짜와 이동수단 선택</a:t>
            </a:r>
          </a:p>
        </p:txBody>
      </p:sp>
      <p:sp>
        <p:nvSpPr>
          <p:cNvPr id="10" name="↓">
            <a:extLst xmlns:a="http://schemas.openxmlformats.org/drawingml/2006/main">
              <a:ext uri="{FF2B5EF4-FFF2-40B4-BE49-F238E27FC236}">
                <a16:creationId xmlns:a16="http://schemas.microsoft.com/office/drawing/2014/main" id="{F9886155-3BE9-4CBB-82F7-343227000B77}"/>
              </a:ext>
            </a:extLst>
          </p:cNvPr>
          <p:cNvSpPr>
            <a:spLocks xmlns:a="http://schemas.openxmlformats.org/drawingml/2006/main" noGrp="1"/>
          </p:cNvSpPr>
          <p:nvPr/>
        </p:nvSpPr>
        <p:spPr>
          <a:xfrm xmlns:a="http://schemas.openxmlformats.org/drawingml/2006/main">
            <a:off x="552450" y="4781550"/>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1" name="02">
            <a:extLst xmlns:a="http://schemas.openxmlformats.org/drawingml/2006/main">
              <a:ext uri="{FF2B5EF4-FFF2-40B4-BE49-F238E27FC236}">
                <a16:creationId xmlns:a16="http://schemas.microsoft.com/office/drawing/2014/main" id="{737F3352-A2EA-478E-9CBB-A0C0B5BBAB2F}"/>
              </a:ext>
            </a:extLst>
          </p:cNvPr>
          <p:cNvSpPr>
            <a:spLocks xmlns:a="http://schemas.openxmlformats.org/drawingml/2006/main" noGrp="1"/>
          </p:cNvSpPr>
          <p:nvPr/>
        </p:nvSpPr>
        <p:spPr>
          <a:xfrm xmlns:a="http://schemas.openxmlformats.org/drawingml/2006/main">
            <a:off x="495300" y="5086350"/>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02</a:t>
            </a:r>
          </a:p>
        </p:txBody>
      </p:sp>
      <p:sp>
        <p:nvSpPr>
          <p:cNvPr id="12" name="동행 조건 입력">
            <a:extLst xmlns:a="http://schemas.openxmlformats.org/drawingml/2006/main">
              <a:ext uri="{FF2B5EF4-FFF2-40B4-BE49-F238E27FC236}">
                <a16:creationId xmlns:a16="http://schemas.microsoft.com/office/drawing/2014/main" id="{185118F3-4595-4F5B-ADEE-69CE4F26CF03}"/>
              </a:ext>
            </a:extLst>
          </p:cNvPr>
          <p:cNvSpPr>
            <a:spLocks xmlns:a="http://schemas.openxmlformats.org/drawingml/2006/main" noGrp="1"/>
          </p:cNvSpPr>
          <p:nvPr/>
        </p:nvSpPr>
        <p:spPr>
          <a:xfrm xmlns:a="http://schemas.openxmlformats.org/drawingml/2006/main">
            <a:off x="990600" y="5086350"/>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동행 조건 입력</a:t>
            </a:r>
          </a:p>
        </p:txBody>
      </p:sp>
      <p:sp>
        <p:nvSpPr>
          <p:cNvPr id="13" name="편안한 도보 시간·추가 여유">
            <a:extLst xmlns:a="http://schemas.openxmlformats.org/drawingml/2006/main">
              <a:ext uri="{FF2B5EF4-FFF2-40B4-BE49-F238E27FC236}">
                <a16:creationId xmlns:a16="http://schemas.microsoft.com/office/drawing/2014/main" id="{87268351-3EEB-4930-B38C-173ED5700AE2}"/>
              </a:ext>
            </a:extLst>
          </p:cNvPr>
          <p:cNvSpPr>
            <a:spLocks xmlns:a="http://schemas.openxmlformats.org/drawingml/2006/main" noGrp="1"/>
          </p:cNvSpPr>
          <p:nvPr/>
        </p:nvSpPr>
        <p:spPr>
          <a:xfrm xmlns:a="http://schemas.openxmlformats.org/drawingml/2006/main">
            <a:off x="990600" y="5400675"/>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편안한 도보 시간·추가 여유</a:t>
            </a:r>
          </a:p>
        </p:txBody>
      </p:sp>
      <p:sp>
        <p:nvSpPr>
          <p:cNvPr id="14" name="↓">
            <a:extLst xmlns:a="http://schemas.openxmlformats.org/drawingml/2006/main">
              <a:ext uri="{FF2B5EF4-FFF2-40B4-BE49-F238E27FC236}">
                <a16:creationId xmlns:a16="http://schemas.microsoft.com/office/drawing/2014/main" id="{08DAC80D-6B55-4B90-A63C-CA9A93C80EC2}"/>
              </a:ext>
            </a:extLst>
          </p:cNvPr>
          <p:cNvSpPr>
            <a:spLocks xmlns:a="http://schemas.openxmlformats.org/drawingml/2006/main" noGrp="1"/>
          </p:cNvSpPr>
          <p:nvPr/>
        </p:nvSpPr>
        <p:spPr>
          <a:xfrm xmlns:a="http://schemas.openxmlformats.org/drawingml/2006/main">
            <a:off x="552450" y="5438775"/>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5" name="03">
            <a:extLst xmlns:a="http://schemas.openxmlformats.org/drawingml/2006/main">
              <a:ext uri="{FF2B5EF4-FFF2-40B4-BE49-F238E27FC236}">
                <a16:creationId xmlns:a16="http://schemas.microsoft.com/office/drawing/2014/main" id="{FD06024F-71DD-4306-BD16-D1FB02B285C4}"/>
              </a:ext>
            </a:extLst>
          </p:cNvPr>
          <p:cNvSpPr>
            <a:spLocks xmlns:a="http://schemas.openxmlformats.org/drawingml/2006/main" noGrp="1"/>
          </p:cNvSpPr>
          <p:nvPr/>
        </p:nvSpPr>
        <p:spPr>
          <a:xfrm xmlns:a="http://schemas.openxmlformats.org/drawingml/2006/main">
            <a:off x="495300" y="574357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03</a:t>
            </a:r>
          </a:p>
        </p:txBody>
      </p:sp>
      <p:sp>
        <p:nvSpPr>
          <p:cNvPr id="16" name="시간 여유 계산">
            <a:extLst xmlns:a="http://schemas.openxmlformats.org/drawingml/2006/main">
              <a:ext uri="{FF2B5EF4-FFF2-40B4-BE49-F238E27FC236}">
                <a16:creationId xmlns:a16="http://schemas.microsoft.com/office/drawing/2014/main" id="{0ACBECD4-2264-44BA-8260-7DA6B228B436}"/>
              </a:ext>
            </a:extLst>
          </p:cNvPr>
          <p:cNvSpPr>
            <a:spLocks xmlns:a="http://schemas.openxmlformats.org/drawingml/2006/main" noGrp="1"/>
          </p:cNvSpPr>
          <p:nvPr/>
        </p:nvSpPr>
        <p:spPr>
          <a:xfrm xmlns:a="http://schemas.openxmlformats.org/drawingml/2006/main">
            <a:off x="990600" y="574357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시간 여유 계산</a:t>
            </a:r>
          </a:p>
        </p:txBody>
      </p:sp>
      <p:sp>
        <p:nvSpPr>
          <p:cNvPr id="17" name="개인 복귀 기준까지 남는 시간">
            <a:extLst xmlns:a="http://schemas.openxmlformats.org/drawingml/2006/main">
              <a:ext uri="{FF2B5EF4-FFF2-40B4-BE49-F238E27FC236}">
                <a16:creationId xmlns:a16="http://schemas.microsoft.com/office/drawing/2014/main" id="{765148F5-3C08-4D0D-9E3C-5A22F9A01AF5}"/>
              </a:ext>
            </a:extLst>
          </p:cNvPr>
          <p:cNvSpPr>
            <a:spLocks xmlns:a="http://schemas.openxmlformats.org/drawingml/2006/main" noGrp="1"/>
          </p:cNvSpPr>
          <p:nvPr/>
        </p:nvSpPr>
        <p:spPr>
          <a:xfrm xmlns:a="http://schemas.openxmlformats.org/drawingml/2006/main">
            <a:off x="990600" y="605790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개인 복귀 기준까지 남는 시간</a:t>
            </a:r>
          </a:p>
        </p:txBody>
      </p:sp>
      <p:sp>
        <p:nvSpPr>
          <p:cNvPr id="18" name="여행별 동행 조건">
            <a:extLst xmlns:a="http://schemas.openxmlformats.org/drawingml/2006/main">
              <a:ext uri="{FF2B5EF4-FFF2-40B4-BE49-F238E27FC236}">
                <a16:creationId xmlns:a16="http://schemas.microsoft.com/office/drawing/2014/main" id="{FE8D9E88-234B-4426-BBB8-CC9C8A784896}"/>
              </a:ext>
            </a:extLst>
          </p:cNvPr>
          <p:cNvSpPr>
            <a:spLocks xmlns:a="http://schemas.openxmlformats.org/drawingml/2006/main" noGrp="1"/>
          </p:cNvSpPr>
          <p:nvPr/>
        </p:nvSpPr>
        <p:spPr>
          <a:xfrm xmlns:a="http://schemas.openxmlformats.org/drawingml/2006/main">
            <a:off x="6048375" y="12573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여행별 동행 조건</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99ea861e9bfa4226"/>
          <a:srcRect xmlns:a="http://schemas.openxmlformats.org/drawingml/2006/main" l="3500" t="22100" r="3500" b="18500"/>
          <a:stretch xmlns:a="http://schemas.openxmlformats.org/drawingml/2006/main">
            <a:fillRect l="0" t="0" r="0" b="0"/>
          </a:stretch>
        </p:blipFill>
        <p:spPr>
          <a:xfrm xmlns:a="http://schemas.openxmlformats.org/drawingml/2006/main">
            <a:off x="6884766" y="1809750"/>
            <a:ext cx="3156394" cy="4219575"/>
          </a:xfrm>
          <a:prstGeom xmlns:a="http://schemas.openxmlformats.org/drawingml/2006/main" prst="rect">
            <a:avLst/>
          </a:prstGeom>
        </p:spPr>
      </p:pic>
      <p:sp>
        <p:nvSpPr>
          <p:cNvPr id="20" name="10">
            <a:extLst xmlns:a="http://schemas.openxmlformats.org/drawingml/2006/main">
              <a:ext uri="{FF2B5EF4-FFF2-40B4-BE49-F238E27FC236}">
                <a16:creationId xmlns:a16="http://schemas.microsoft.com/office/drawing/2014/main" id="{3A727BFC-6711-466C-92A8-0287B56886B3}"/>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10</a:t>
            </a:r>
          </a:p>
        </p:txBody>
      </p:sp>
    </p:spTree>
    <p:extLst>
      <p:ext uri="{BB962C8B-B14F-4D97-AF65-F5344CB8AC3E}">
        <p14:creationId xmlns:p14="http://schemas.microsoft.com/office/powerpoint/2010/main" val="671940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3" name="핵심 기능 03">
            <a:extLst xmlns:a="http://schemas.openxmlformats.org/drawingml/2006/main">
              <a:ext uri="{FF2B5EF4-FFF2-40B4-BE49-F238E27FC236}">
                <a16:creationId xmlns:a16="http://schemas.microsoft.com/office/drawing/2014/main" id="{B662C602-85A0-480C-A0D0-BD5C3B0F6C41}"/>
              </a:ext>
            </a:extLst>
          </p:cNvPr>
          <p:cNvSpPr>
            <a:spLocks xmlns:a="http://schemas.openxmlformats.org/drawingml/2006/main" noGrp="1"/>
          </p:cNvSpPr>
          <p:nvPr/>
        </p:nvSpPr>
        <p:spPr>
          <a:xfrm xmlns:a="http://schemas.openxmlformats.org/drawingml/2006/main">
            <a:off x="495300" y="1200150"/>
            <a:ext cx="523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핵심 기능 03</a:t>
            </a:r>
          </a:p>
        </p:txBody>
      </p:sp>
      <p:sp>
        <p:nvSpPr>
          <p:cNvPr id="2" name="복귀 여유 비교·조정">
            <a:extLst xmlns:a="http://schemas.openxmlformats.org/drawingml/2006/main">
              <a:ext uri="{FF2B5EF4-FFF2-40B4-BE49-F238E27FC236}">
                <a16:creationId xmlns:a16="http://schemas.microsoft.com/office/drawing/2014/main" id="{34600D89-0F05-4368-9BF4-B532D5915D63}"/>
              </a:ext>
            </a:extLst>
          </p:cNvPr>
          <p:cNvSpPr>
            <a:spLocks xmlns:a="http://schemas.openxmlformats.org/drawingml/2006/main" noGrp="1"/>
          </p:cNvSpPr>
          <p:nvPr/>
        </p:nvSpPr>
        <p:spPr>
          <a:xfrm xmlns:a="http://schemas.openxmlformats.org/drawingml/2006/main">
            <a:off x="495300" y="1590675"/>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a:solidFill>
                  <a:srgbClr val="22383E"/>
                </a:solidFill>
                <a:latin typeface="Pretendard SemiBold"/>
                <a:ea typeface="Pretendard SemiBold"/>
                <a:cs typeface="Pretendard SemiBold"/>
              </a:defRPr>
            </a:pPr>
            <a:r>
              <a:rPr sz="2400">
                <a:solidFill>
                  <a:srgbClr val="22383E"/>
                </a:solidFill>
                <a:latin typeface="Pretendard SemiBold"/>
                <a:ea typeface="Pretendard SemiBold"/>
                <a:cs typeface="Pretendard SemiBold"/>
              </a:rPr>
              <a:t>복귀 여유 비교·조정</a:t>
            </a:r>
          </a:p>
        </p:txBody>
      </p:sp>
      <p:sp>
        <p:nvSpPr>
          <p:cNvPr id="3" name="2/2 · 조정 전후 비교와 적용">
            <a:extLst xmlns:a="http://schemas.openxmlformats.org/drawingml/2006/main">
              <a:ext uri="{FF2B5EF4-FFF2-40B4-BE49-F238E27FC236}">
                <a16:creationId xmlns:a16="http://schemas.microsoft.com/office/drawing/2014/main" id="{FCBC4D0A-DD62-4C02-B60E-2D9DA40E9C8E}"/>
              </a:ext>
            </a:extLst>
          </p:cNvPr>
          <p:cNvSpPr>
            <a:spLocks xmlns:a="http://schemas.openxmlformats.org/drawingml/2006/main" noGrp="1"/>
          </p:cNvSpPr>
          <p:nvPr/>
        </p:nvSpPr>
        <p:spPr>
          <a:xfrm xmlns:a="http://schemas.openxmlformats.org/drawingml/2006/main">
            <a:off x="495300" y="2114550"/>
            <a:ext cx="561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2/2 · 조정 전후 비교와 적용</a:t>
            </a:r>
          </a:p>
        </p:txBody>
      </p:sp>
      <p:sp>
        <p:nvSpPr>
          <p:cNvPr id="4" name="기능 설명">
            <a:extLst xmlns:a="http://schemas.openxmlformats.org/drawingml/2006/main">
              <a:ext uri="{FF2B5EF4-FFF2-40B4-BE49-F238E27FC236}">
                <a16:creationId xmlns:a16="http://schemas.microsoft.com/office/drawing/2014/main" id="{29B6668E-E73E-4901-87AA-420456F79047}"/>
              </a:ext>
            </a:extLst>
          </p:cNvPr>
          <p:cNvSpPr>
            <a:spLocks xmlns:a="http://schemas.openxmlformats.org/drawingml/2006/main" noGrp="1"/>
          </p:cNvSpPr>
          <p:nvPr/>
        </p:nvSpPr>
        <p:spPr>
          <a:xfrm xmlns:a="http://schemas.openxmlformats.org/drawingml/2006/main">
            <a:off x="495300" y="2590800"/>
            <a:ext cx="561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설명</a:t>
            </a:r>
          </a:p>
        </p:txBody>
      </p:sp>
      <p:sp>
        <p:nvSpPr>
          <p:cNvPr id="5" name="한 곳을 덜 들르거나 체류시간을 줄여 복귀 여유와 도보량의 변화를 비교합니다.">
            <a:extLst xmlns:a="http://schemas.openxmlformats.org/drawingml/2006/main">
              <a:ext uri="{FF2B5EF4-FFF2-40B4-BE49-F238E27FC236}">
                <a16:creationId xmlns:a16="http://schemas.microsoft.com/office/drawing/2014/main" id="{5995CE08-1D89-4465-B26C-672DDE544B7C}"/>
              </a:ext>
            </a:extLst>
          </p:cNvPr>
          <p:cNvSpPr>
            <a:spLocks xmlns:a="http://schemas.openxmlformats.org/drawingml/2006/main" noGrp="1"/>
          </p:cNvSpPr>
          <p:nvPr/>
        </p:nvSpPr>
        <p:spPr>
          <a:xfrm xmlns:a="http://schemas.openxmlformats.org/drawingml/2006/main">
            <a:off x="495300" y="2943225"/>
            <a:ext cx="5619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a:solidFill>
                  <a:srgbClr val="22383E"/>
                </a:solidFill>
                <a:latin typeface="Pretendard"/>
                <a:ea typeface="Pretendard"/>
                <a:cs typeface="Pretendard"/>
              </a:defRPr>
            </a:pPr>
            <a:r>
              <a:rPr sz="1875">
                <a:solidFill>
                  <a:srgbClr val="22383E"/>
                </a:solidFill>
                <a:latin typeface="Pretendard"/>
                <a:ea typeface="Pretendard"/>
                <a:cs typeface="Pretendard"/>
              </a:rPr>
              <a:t>한 곳을 덜 들르거나 체류시간을 줄여</a:t>
            </a:r>
          </a:p>
          <a:p xmlns:a="http://schemas.openxmlformats.org/drawingml/2006/main">
            <a:pPr algn="l">
              <a:defRPr sz="1875">
                <a:solidFill>
                  <a:srgbClr val="22383E"/>
                </a:solidFill>
                <a:latin typeface="Pretendard"/>
                <a:ea typeface="Pretendard"/>
                <a:cs typeface="Pretendard"/>
              </a:defRPr>
            </a:pPr>
            <a:r>
              <a:rPr sz="1875">
                <a:solidFill>
                  <a:srgbClr val="22383E"/>
                </a:solidFill>
                <a:latin typeface="Pretendard"/>
                <a:ea typeface="Pretendard"/>
                <a:cs typeface="Pretendard"/>
              </a:rPr>
              <a:t>복귀 여유와 도보량의 변화를 비교합니다.</a:t>
            </a:r>
          </a:p>
        </p:txBody>
      </p:sp>
      <p:sp>
        <p:nvSpPr>
          <p:cNvPr id="6" name="입력 조건·거리 기반 이동시간으로 계산한 예시">
            <a:extLst xmlns:a="http://schemas.openxmlformats.org/drawingml/2006/main">
              <a:ext uri="{FF2B5EF4-FFF2-40B4-BE49-F238E27FC236}">
                <a16:creationId xmlns:a16="http://schemas.microsoft.com/office/drawing/2014/main" id="{C2F89674-618F-49F2-9CFE-BD39C2259A8A}"/>
              </a:ext>
            </a:extLst>
          </p:cNvPr>
          <p:cNvSpPr>
            <a:spLocks xmlns:a="http://schemas.openxmlformats.org/drawingml/2006/main" noGrp="1"/>
          </p:cNvSpPr>
          <p:nvPr/>
        </p:nvSpPr>
        <p:spPr>
          <a:xfrm xmlns:a="http://schemas.openxmlformats.org/drawingml/2006/main">
            <a:off x="495300" y="3676650"/>
            <a:ext cx="561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647579"/>
                </a:solidFill>
                <a:latin typeface="Pretendard"/>
                <a:ea typeface="Pretendard"/>
                <a:cs typeface="Pretendard"/>
              </a:defRPr>
            </a:pPr>
            <a:r>
              <a:rPr sz="1425">
                <a:solidFill>
                  <a:srgbClr val="647579"/>
                </a:solidFill>
                <a:latin typeface="Pretendard"/>
                <a:ea typeface="Pretendard"/>
                <a:cs typeface="Pretendard"/>
              </a:rPr>
              <a:t>입력 조건·거리 기반 이동시간으로 계산한 예시</a:t>
            </a:r>
          </a:p>
        </p:txBody>
      </p:sp>
      <p:sp>
        <p:nvSpPr>
          <p:cNvPr id="7" name="고석정 꽃밭 방문을 생략한 일정 조정 예시">
            <a:extLst xmlns:a="http://schemas.openxmlformats.org/drawingml/2006/main">
              <a:ext uri="{FF2B5EF4-FFF2-40B4-BE49-F238E27FC236}">
                <a16:creationId xmlns:a16="http://schemas.microsoft.com/office/drawing/2014/main" id="{1D5DCBA0-11FC-4181-AB1C-193A5018BFC6}"/>
              </a:ext>
            </a:extLst>
          </p:cNvPr>
          <p:cNvSpPr>
            <a:spLocks xmlns:a="http://schemas.openxmlformats.org/drawingml/2006/main" noGrp="1"/>
          </p:cNvSpPr>
          <p:nvPr/>
        </p:nvSpPr>
        <p:spPr>
          <a:xfrm xmlns:a="http://schemas.openxmlformats.org/drawingml/2006/main">
            <a:off x="495300" y="3952875"/>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246568"/>
                </a:solidFill>
                <a:latin typeface="Pretendard SemiBold"/>
                <a:ea typeface="Pretendard SemiBold"/>
                <a:cs typeface="Pretendard SemiBold"/>
              </a:defRPr>
            </a:pPr>
            <a:r>
              <a:rPr sz="1650">
                <a:solidFill>
                  <a:srgbClr val="246568"/>
                </a:solidFill>
                <a:latin typeface="Pretendard SemiBold"/>
                <a:ea typeface="Pretendard SemiBold"/>
                <a:cs typeface="Pretendard SemiBold"/>
              </a:rPr>
              <a:t>고석정 꽃밭 방문을 생략한 일정 조정 예시</a:t>
            </a:r>
          </a:p>
        </p:txBody>
      </p:sp>
      <p:graphicFrame>
        <p:nvGraphicFramePr>
          <p:cNvPr id="20" name=""/>
          <p:cNvGraphicFramePr/>
          <p:nvPr/>
        </p:nvGraphicFramePr>
        <p:xfrm>
          <a:off xmlns:a="http://schemas.openxmlformats.org/drawingml/2006/main" x="495300" y="4400550"/>
          <a:ext xmlns:a="http://schemas.openxmlformats.org/drawingml/2006/main" cx="5286375" cy="1752600"/>
        </p:xfrm>
        <a:graphic xmlns:a="http://schemas.openxmlformats.org/drawingml/2006/main">
          <a:graphicData uri="http://schemas.openxmlformats.org/drawingml/2006/table">
            <a:tbl>
              <a:tblPr firstRow="0" firstCol="0" bandRow="0"/>
              <a:tblGrid>
                <a:gridCol w="1857375"/>
                <a:gridCol w="1714500"/>
                <a:gridCol w="1714500"/>
              </a:tblGrid>
              <a:tr h="381000">
                <a:tc>
                  <a:txBody>
                    <a:bodyPr wrap="none">
                      <a:noAutofit/>
                    </a:bodyPr>
                    <a:lstStyle/>
                    <a:p>
                      <a:pPr algn="l"/>
                      <a:r>
                        <a:rPr sz="1650">
                          <a:solidFill>
                            <a:srgbClr val="22383E"/>
                          </a:solidFill>
                          <a:latin typeface="Pretendard SemiBold"/>
                          <a:ea typeface="Pretendard SemiBold"/>
                          <a:cs typeface="Pretendard SemiBold"/>
                        </a:rPr>
                        <a:t>비교 항목</a:t>
                      </a:r>
                    </a:p>
                  </a:txBody>
                  <a:tcPr marL="152400" marR="152400" marT="57150" marB="57150" anchor="ctr">
                    <a:lnL w="7620">
                      <a:solidFill>
                        <a:srgbClr val="D9E2E1"/>
                      </a:solidFill>
                      <a:prstDash val="solid"/>
                    </a:lnL>
                    <a:lnT w="7620">
                      <a:solidFill>
                        <a:srgbClr val="D9E2E1"/>
                      </a:solidFill>
                      <a:prstDash val="solid"/>
                    </a:lnT>
                    <a:lnB w="7620">
                      <a:solidFill>
                        <a:srgbClr val="D9E2E1"/>
                      </a:solidFill>
                    </a:lnB>
                    <a:solidFill>
                      <a:srgbClr val="F4F7F6"/>
                    </a:solidFill>
                  </a:tcPr>
                </a:tc>
                <a:tc>
                  <a:txBody>
                    <a:bodyPr wrap="none">
                      <a:noAutofit/>
                    </a:bodyPr>
                    <a:lstStyle/>
                    <a:p>
                      <a:pPr algn="l"/>
                      <a:r>
                        <a:rPr sz="1650">
                          <a:solidFill>
                            <a:srgbClr val="22383E"/>
                          </a:solidFill>
                          <a:latin typeface="Pretendard SemiBold"/>
                          <a:ea typeface="Pretendard SemiBold"/>
                          <a:cs typeface="Pretendard SemiBold"/>
                        </a:rPr>
                        <a:t>현재 계획</a:t>
                      </a:r>
                    </a:p>
                  </a:txBody>
                  <a:tcPr marL="152400" marR="152400" marT="57150" marB="57150" anchor="ctr">
                    <a:lnT w="7620">
                      <a:solidFill>
                        <a:srgbClr val="D9E2E1"/>
                      </a:solidFill>
                      <a:prstDash val="solid"/>
                    </a:lnT>
                    <a:lnB w="7620">
                      <a:solidFill>
                        <a:srgbClr val="D9E2E1"/>
                      </a:solidFill>
                    </a:lnB>
                    <a:solidFill>
                      <a:srgbClr val="F4F7F6"/>
                    </a:solidFill>
                  </a:tcPr>
                </a:tc>
                <a:tc>
                  <a:txBody>
                    <a:bodyPr wrap="none">
                      <a:noAutofit/>
                    </a:bodyPr>
                    <a:lstStyle/>
                    <a:p>
                      <a:pPr algn="l"/>
                      <a:r>
                        <a:rPr sz="1650">
                          <a:solidFill>
                            <a:srgbClr val="22383E"/>
                          </a:solidFill>
                          <a:latin typeface="Pretendard SemiBold"/>
                          <a:ea typeface="Pretendard SemiBold"/>
                          <a:cs typeface="Pretendard SemiBold"/>
                        </a:rPr>
                        <a:t>조정안</a:t>
                      </a:r>
                    </a:p>
                  </a:txBody>
                  <a:tcPr marL="152400" marR="152400" marT="57150" marB="57150" anchor="ctr">
                    <a:lnR w="7620">
                      <a:solidFill>
                        <a:srgbClr val="D9E2E1"/>
                      </a:solidFill>
                      <a:prstDash val="solid"/>
                    </a:lnR>
                    <a:lnT w="7620">
                      <a:solidFill>
                        <a:srgbClr val="D9E2E1"/>
                      </a:solidFill>
                      <a:prstDash val="solid"/>
                    </a:lnT>
                    <a:lnB w="7620">
                      <a:solidFill>
                        <a:srgbClr val="D9E2E1"/>
                      </a:solidFill>
                    </a:lnB>
                    <a:solidFill>
                      <a:srgbClr val="F4F7F6"/>
                    </a:solidFill>
                  </a:tcPr>
                </a:tc>
              </a:tr>
              <a:tr h="428625">
                <a:tc>
                  <a:txBody>
                    <a:bodyPr wrap="none">
                      <a:noAutofit/>
                    </a:bodyPr>
                    <a:lstStyle/>
                    <a:p>
                      <a:pPr algn="l"/>
                      <a:r>
                        <a:rPr sz="1650">
                          <a:solidFill>
                            <a:srgbClr val="22383E"/>
                          </a:solidFill>
                          <a:latin typeface="Pretendard"/>
                          <a:ea typeface="Pretendard"/>
                          <a:cs typeface="Pretendard"/>
                        </a:rPr>
                        <a:t>방문 장소</a:t>
                      </a:r>
                    </a:p>
                  </a:txBody>
                  <a:tcPr marL="152400" marR="152400" marT="57150" marB="57150" anchor="ctr">
                    <a:lnL w="7620">
                      <a:solidFill>
                        <a:srgbClr val="D9E2E1"/>
                      </a:solidFill>
                      <a:prstDash val="solid"/>
                    </a:lnL>
                    <a:lnB w="7620">
                      <a:solidFill>
                        <a:srgbClr val="D9E2E1"/>
                      </a:solidFill>
                    </a:lnB>
                    <a:solidFill>
                      <a:srgbClr val="FFFFFF"/>
                    </a:solidFill>
                  </a:tcPr>
                </a:tc>
                <a:tc>
                  <a:txBody>
                    <a:bodyPr wrap="none">
                      <a:noAutofit/>
                    </a:bodyPr>
                    <a:lstStyle/>
                    <a:p>
                      <a:pPr algn="l"/>
                      <a:r>
                        <a:rPr sz="1650">
                          <a:solidFill>
                            <a:srgbClr val="22383E"/>
                          </a:solidFill>
                          <a:latin typeface="Pretendard"/>
                          <a:ea typeface="Pretendard"/>
                          <a:cs typeface="Pretendard"/>
                        </a:rPr>
                        <a:t>3곳</a:t>
                      </a:r>
                    </a:p>
                  </a:txBody>
                  <a:tcPr marL="152400" marR="152400" marT="57150" marB="57150" anchor="ctr">
                    <a:lnB w="7620">
                      <a:solidFill>
                        <a:srgbClr val="D9E2E1"/>
                      </a:solidFill>
                    </a:lnB>
                    <a:solidFill>
                      <a:srgbClr val="FFFFFF"/>
                    </a:solidFill>
                  </a:tcPr>
                </a:tc>
                <a:tc>
                  <a:txBody>
                    <a:bodyPr wrap="none">
                      <a:noAutofit/>
                    </a:bodyPr>
                    <a:lstStyle/>
                    <a:p>
                      <a:pPr algn="l"/>
                      <a:r>
                        <a:rPr sz="1650">
                          <a:solidFill>
                            <a:srgbClr val="22383E"/>
                          </a:solidFill>
                          <a:latin typeface="Pretendard"/>
                          <a:ea typeface="Pretendard"/>
                          <a:cs typeface="Pretendard"/>
                        </a:rPr>
                        <a:t>2곳</a:t>
                      </a:r>
                    </a:p>
                  </a:txBody>
                  <a:tcPr marL="152400" marR="152400" marT="57150" marB="57150" anchor="ctr">
                    <a:lnR w="7620">
                      <a:solidFill>
                        <a:srgbClr val="D9E2E1"/>
                      </a:solidFill>
                      <a:prstDash val="solid"/>
                    </a:lnR>
                    <a:lnB w="7620">
                      <a:solidFill>
                        <a:srgbClr val="D9E2E1"/>
                      </a:solidFill>
                    </a:lnB>
                    <a:solidFill>
                      <a:srgbClr val="FFFFFF"/>
                    </a:solidFill>
                  </a:tcPr>
                </a:tc>
              </a:tr>
              <a:tr h="428625">
                <a:tc>
                  <a:txBody>
                    <a:bodyPr wrap="none">
                      <a:noAutofit/>
                    </a:bodyPr>
                    <a:lstStyle/>
                    <a:p>
                      <a:pPr algn="l"/>
                      <a:r>
                        <a:rPr sz="1650">
                          <a:solidFill>
                            <a:srgbClr val="22383E"/>
                          </a:solidFill>
                          <a:latin typeface="Pretendard"/>
                          <a:ea typeface="Pretendard"/>
                          <a:cs typeface="Pretendard"/>
                        </a:rPr>
                        <a:t>도보 추정</a:t>
                      </a:r>
                    </a:p>
                  </a:txBody>
                  <a:tcPr marL="152400" marR="152400" marT="57150" marB="57150" anchor="ctr">
                    <a:lnL w="7620">
                      <a:solidFill>
                        <a:srgbClr val="D9E2E1"/>
                      </a:solidFill>
                      <a:prstDash val="solid"/>
                    </a:lnL>
                    <a:lnB w="7620">
                      <a:solidFill>
                        <a:srgbClr val="D9E2E1"/>
                      </a:solidFill>
                    </a:lnB>
                    <a:solidFill>
                      <a:srgbClr val="FFFFFF"/>
                    </a:solidFill>
                  </a:tcPr>
                </a:tc>
                <a:tc>
                  <a:txBody>
                    <a:bodyPr wrap="none">
                      <a:noAutofit/>
                    </a:bodyPr>
                    <a:lstStyle/>
                    <a:p>
                      <a:pPr algn="l"/>
                      <a:r>
                        <a:rPr sz="1650">
                          <a:solidFill>
                            <a:srgbClr val="22383E"/>
                          </a:solidFill>
                          <a:latin typeface="Pretendard"/>
                          <a:ea typeface="Pretendard"/>
                          <a:cs typeface="Pretendard"/>
                        </a:rPr>
                        <a:t>30분</a:t>
                      </a:r>
                    </a:p>
                  </a:txBody>
                  <a:tcPr marL="152400" marR="152400" marT="57150" marB="57150" anchor="ctr">
                    <a:lnB w="7620">
                      <a:solidFill>
                        <a:srgbClr val="D9E2E1"/>
                      </a:solidFill>
                    </a:lnB>
                    <a:solidFill>
                      <a:srgbClr val="FFFFFF"/>
                    </a:solidFill>
                  </a:tcPr>
                </a:tc>
                <a:tc>
                  <a:txBody>
                    <a:bodyPr wrap="none">
                      <a:noAutofit/>
                    </a:bodyPr>
                    <a:lstStyle/>
                    <a:p>
                      <a:pPr algn="l"/>
                      <a:r>
                        <a:rPr sz="1650">
                          <a:solidFill>
                            <a:srgbClr val="22383E"/>
                          </a:solidFill>
                          <a:latin typeface="Pretendard"/>
                          <a:ea typeface="Pretendard"/>
                          <a:cs typeface="Pretendard"/>
                        </a:rPr>
                        <a:t>15분</a:t>
                      </a:r>
                    </a:p>
                  </a:txBody>
                  <a:tcPr marL="152400" marR="152400" marT="57150" marB="57150" anchor="ctr">
                    <a:lnR w="7620">
                      <a:solidFill>
                        <a:srgbClr val="D9E2E1"/>
                      </a:solidFill>
                      <a:prstDash val="solid"/>
                    </a:lnR>
                    <a:lnB w="7620">
                      <a:solidFill>
                        <a:srgbClr val="D9E2E1"/>
                      </a:solidFill>
                    </a:lnB>
                    <a:solidFill>
                      <a:srgbClr val="FFFFFF"/>
                    </a:solidFill>
                  </a:tcPr>
                </a:tc>
              </a:tr>
              <a:tr h="514350">
                <a:tc>
                  <a:txBody>
                    <a:bodyPr wrap="none">
                      <a:noAutofit/>
                    </a:bodyPr>
                    <a:lstStyle/>
                    <a:p>
                      <a:pPr algn="l"/>
                      <a:r>
                        <a:rPr sz="2025">
                          <a:solidFill>
                            <a:srgbClr val="246568"/>
                          </a:solidFill>
                          <a:latin typeface="Pretendard SemiBold"/>
                          <a:ea typeface="Pretendard SemiBold"/>
                          <a:cs typeface="Pretendard SemiBold"/>
                        </a:rPr>
                        <a:t>복귀 여유</a:t>
                      </a:r>
                    </a:p>
                  </a:txBody>
                  <a:tcPr marL="152400" marR="152400" marT="57150" marB="57150" anchor="ctr">
                    <a:lnL w="7620">
                      <a:solidFill>
                        <a:srgbClr val="D9E2E1"/>
                      </a:solidFill>
                      <a:prstDash val="solid"/>
                    </a:lnL>
                    <a:lnB w="7620">
                      <a:solidFill>
                        <a:srgbClr val="D9E2E1"/>
                      </a:solidFill>
                    </a:lnB>
                    <a:solidFill>
                      <a:srgbClr val="FFFFFF"/>
                    </a:solidFill>
                  </a:tcPr>
                </a:tc>
                <a:tc>
                  <a:txBody>
                    <a:bodyPr wrap="none">
                      <a:noAutofit/>
                    </a:bodyPr>
                    <a:lstStyle/>
                    <a:p>
                      <a:pPr algn="l"/>
                      <a:r>
                        <a:rPr sz="2025">
                          <a:solidFill>
                            <a:srgbClr val="246568"/>
                          </a:solidFill>
                          <a:latin typeface="Pretendard SemiBold"/>
                          <a:ea typeface="Pretendard SemiBold"/>
                          <a:cs typeface="Pretendard SemiBold"/>
                        </a:rPr>
                        <a:t>+119분</a:t>
                      </a:r>
                    </a:p>
                  </a:txBody>
                  <a:tcPr marL="152400" marR="152400" marT="57150" marB="57150" anchor="ctr">
                    <a:lnB w="7620">
                      <a:solidFill>
                        <a:srgbClr val="D9E2E1"/>
                      </a:solidFill>
                    </a:lnB>
                    <a:solidFill>
                      <a:srgbClr val="FFFFFF"/>
                    </a:solidFill>
                  </a:tcPr>
                </a:tc>
                <a:tc>
                  <a:txBody>
                    <a:bodyPr wrap="none">
                      <a:noAutofit/>
                    </a:bodyPr>
                    <a:lstStyle/>
                    <a:p>
                      <a:pPr algn="l"/>
                      <a:r>
                        <a:rPr sz="2025">
                          <a:solidFill>
                            <a:srgbClr val="246568"/>
                          </a:solidFill>
                          <a:latin typeface="Pretendard SemiBold"/>
                          <a:ea typeface="Pretendard SemiBold"/>
                          <a:cs typeface="Pretendard SemiBold"/>
                        </a:rPr>
                        <a:t>+192분</a:t>
                      </a:r>
                    </a:p>
                  </a:txBody>
                  <a:tcPr marL="152400" marR="152400" marT="57150" marB="57150" anchor="ctr">
                    <a:lnR w="7620">
                      <a:solidFill>
                        <a:srgbClr val="D9E2E1"/>
                      </a:solidFill>
                      <a:prstDash val="solid"/>
                    </a:lnR>
                    <a:lnB w="7620">
                      <a:solidFill>
                        <a:srgbClr val="D9E2E1"/>
                      </a:solidFill>
                    </a:lnB>
                    <a:solidFill>
                      <a:srgbClr val="FFFFFF"/>
                    </a:solidFill>
                  </a:tcPr>
                </a:tc>
              </a:tr>
            </a:tbl>
          </a:graphicData>
        </a:graphic>
      </p:graphicFrame>
      <p:sp>
        <p:nvSpPr>
          <p:cNvPr id="9" name="조정안 선택 → 비교 → 적용 → 저장">
            <a:extLst xmlns:a="http://schemas.openxmlformats.org/drawingml/2006/main">
              <a:ext uri="{FF2B5EF4-FFF2-40B4-BE49-F238E27FC236}">
                <a16:creationId xmlns:a16="http://schemas.microsoft.com/office/drawing/2014/main" id="{9A68DE23-AAFC-4920-93D1-0FDB7B3FA502}"/>
              </a:ext>
            </a:extLst>
          </p:cNvPr>
          <p:cNvSpPr>
            <a:spLocks xmlns:a="http://schemas.openxmlformats.org/drawingml/2006/main" noGrp="1"/>
          </p:cNvSpPr>
          <p:nvPr/>
        </p:nvSpPr>
        <p:spPr>
          <a:xfrm xmlns:a="http://schemas.openxmlformats.org/drawingml/2006/main">
            <a:off x="495300" y="63817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22383E"/>
                </a:solidFill>
                <a:latin typeface="Pretendard SemiBold"/>
                <a:ea typeface="Pretendard SemiBold"/>
                <a:cs typeface="Pretendard SemiBold"/>
              </a:defRPr>
            </a:pPr>
            <a:r>
              <a:rPr sz="1650">
                <a:solidFill>
                  <a:srgbClr val="22383E"/>
                </a:solidFill>
                <a:latin typeface="Pretendard SemiBold"/>
                <a:ea typeface="Pretendard SemiBold"/>
                <a:cs typeface="Pretendard SemiBold"/>
              </a:rPr>
              <a:t>조정안 선택 → 비교 → 적용 → 저장</a:t>
            </a:r>
          </a:p>
        </p:txBody>
      </p:sp>
      <p:sp>
        <p:nvSpPr>
          <p:cNvPr id="10" name="조정안 비교·적용 화면">
            <a:extLst xmlns:a="http://schemas.openxmlformats.org/drawingml/2006/main">
              <a:ext uri="{FF2B5EF4-FFF2-40B4-BE49-F238E27FC236}">
                <a16:creationId xmlns:a16="http://schemas.microsoft.com/office/drawing/2014/main" id="{6AB786E7-22A1-4EE6-A498-67F0A75E54DE}"/>
              </a:ext>
            </a:extLst>
          </p:cNvPr>
          <p:cNvSpPr>
            <a:spLocks xmlns:a="http://schemas.openxmlformats.org/drawingml/2006/main" noGrp="1"/>
          </p:cNvSpPr>
          <p:nvPr/>
        </p:nvSpPr>
        <p:spPr>
          <a:xfrm xmlns:a="http://schemas.openxmlformats.org/drawingml/2006/main">
            <a:off x="6591300" y="1257300"/>
            <a:ext cx="4857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조정안 비교·적용 화면</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e6bbcb1368d47c9"/>
          <a:srcRect xmlns:a="http://schemas.openxmlformats.org/drawingml/2006/main" l="4500" t="34000" r="4500" b="12900"/>
          <a:stretch xmlns:a="http://schemas.openxmlformats.org/drawingml/2006/main">
            <a:fillRect l="0" t="0" r="0" b="0"/>
          </a:stretch>
        </p:blipFill>
        <p:spPr>
          <a:xfrm xmlns:a="http://schemas.openxmlformats.org/drawingml/2006/main">
            <a:off x="7038019" y="1704975"/>
            <a:ext cx="3735711" cy="4562475"/>
          </a:xfrm>
          <a:prstGeom xmlns:a="http://schemas.openxmlformats.org/drawingml/2006/main" prst="rect">
            <a:avLst/>
          </a:prstGeom>
        </p:spPr>
      </p:pic>
      <p:sp>
        <p:nvSpPr>
          <p:cNvPr id="12" name="11">
            <a:extLst xmlns:a="http://schemas.openxmlformats.org/drawingml/2006/main">
              <a:ext uri="{FF2B5EF4-FFF2-40B4-BE49-F238E27FC236}">
                <a16:creationId xmlns:a16="http://schemas.microsoft.com/office/drawing/2014/main" id="{B486CC7C-06AD-4975-A8BF-F33A33ACCF56}"/>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11</a:t>
            </a:r>
          </a:p>
        </p:txBody>
      </p:sp>
    </p:spTree>
    <p:extLst>
      <p:ext uri="{BB962C8B-B14F-4D97-AF65-F5344CB8AC3E}">
        <p14:creationId xmlns:p14="http://schemas.microsoft.com/office/powerpoint/2010/main" val="671940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4" name="핵심 기능 04">
            <a:extLst xmlns:a="http://schemas.openxmlformats.org/drawingml/2006/main">
              <a:ext uri="{FF2B5EF4-FFF2-40B4-BE49-F238E27FC236}">
                <a16:creationId xmlns:a16="http://schemas.microsoft.com/office/drawing/2014/main" id="{473E6870-E73B-424F-8325-3F19FFEFD8FD}"/>
              </a:ext>
            </a:extLst>
          </p:cNvPr>
          <p:cNvSpPr>
            <a:spLocks xmlns:a="http://schemas.openxmlformats.org/drawingml/2006/main" noGrp="1"/>
          </p:cNvSpPr>
          <p:nvPr/>
        </p:nvSpPr>
        <p:spPr>
          <a:xfrm xmlns:a="http://schemas.openxmlformats.org/drawingml/2006/main">
            <a:off x="495300" y="1200150"/>
            <a:ext cx="361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핵심 기능 04</a:t>
            </a:r>
          </a:p>
        </p:txBody>
      </p:sp>
      <p:sp>
        <p:nvSpPr>
          <p:cNvPr id="2" name="출타 진행과 여행 기록">
            <a:extLst xmlns:a="http://schemas.openxmlformats.org/drawingml/2006/main">
              <a:ext uri="{FF2B5EF4-FFF2-40B4-BE49-F238E27FC236}">
                <a16:creationId xmlns:a16="http://schemas.microsoft.com/office/drawing/2014/main" id="{39205A94-E5DF-4415-9BFF-D1B940F8A426}"/>
              </a:ext>
            </a:extLst>
          </p:cNvPr>
          <p:cNvSpPr>
            <a:spLocks xmlns:a="http://schemas.openxmlformats.org/drawingml/2006/main" noGrp="1"/>
          </p:cNvSpPr>
          <p:nvPr/>
        </p:nvSpPr>
        <p:spPr>
          <a:xfrm xmlns:a="http://schemas.openxmlformats.org/drawingml/2006/main">
            <a:off x="495300" y="1600200"/>
            <a:ext cx="4143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a:solidFill>
                  <a:srgbClr val="22383E"/>
                </a:solidFill>
                <a:latin typeface="Pretendard SemiBold"/>
                <a:ea typeface="Pretendard SemiBold"/>
                <a:cs typeface="Pretendard SemiBold"/>
              </a:defRPr>
            </a:pPr>
            <a:r>
              <a:rPr sz="2400">
                <a:solidFill>
                  <a:srgbClr val="22383E"/>
                </a:solidFill>
                <a:latin typeface="Pretendard SemiBold"/>
                <a:ea typeface="Pretendard SemiBold"/>
                <a:cs typeface="Pretendard SemiBold"/>
              </a:rPr>
              <a:t>출타 진행과 여행 기록</a:t>
            </a:r>
          </a:p>
        </p:txBody>
      </p:sp>
      <p:sp>
        <p:nvSpPr>
          <p:cNvPr id="3" name="실제 다녀온 장소로 하루 기록">
            <a:extLst xmlns:a="http://schemas.openxmlformats.org/drawingml/2006/main">
              <a:ext uri="{FF2B5EF4-FFF2-40B4-BE49-F238E27FC236}">
                <a16:creationId xmlns:a16="http://schemas.microsoft.com/office/drawing/2014/main" id="{8F80E701-A06C-4F27-8F10-C4EE918AF1E6}"/>
              </a:ext>
            </a:extLst>
          </p:cNvPr>
          <p:cNvSpPr>
            <a:spLocks xmlns:a="http://schemas.openxmlformats.org/drawingml/2006/main" noGrp="1"/>
          </p:cNvSpPr>
          <p:nvPr/>
        </p:nvSpPr>
        <p:spPr>
          <a:xfrm xmlns:a="http://schemas.openxmlformats.org/drawingml/2006/main">
            <a:off x="495300" y="2343150"/>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실제 다녀온 장소로 하루 기록</a:t>
            </a:r>
          </a:p>
        </p:txBody>
      </p:sp>
      <p:sp>
        <p:nvSpPr>
          <p:cNvPr id="4" name="기능 설명">
            <a:extLst xmlns:a="http://schemas.openxmlformats.org/drawingml/2006/main">
              <a:ext uri="{FF2B5EF4-FFF2-40B4-BE49-F238E27FC236}">
                <a16:creationId xmlns:a16="http://schemas.microsoft.com/office/drawing/2014/main" id="{CB65C964-0D7B-4EF6-AA9E-D37D6E93FC73}"/>
              </a:ext>
            </a:extLst>
          </p:cNvPr>
          <p:cNvSpPr>
            <a:spLocks xmlns:a="http://schemas.openxmlformats.org/drawingml/2006/main" noGrp="1"/>
          </p:cNvSpPr>
          <p:nvPr/>
        </p:nvSpPr>
        <p:spPr>
          <a:xfrm xmlns:a="http://schemas.openxmlformats.org/drawingml/2006/main">
            <a:off x="495300" y="27813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설명</a:t>
            </a:r>
          </a:p>
        </p:txBody>
      </p:sp>
      <p:sp>
        <p:nvSpPr>
          <p:cNvPr id="5" name="출발 후에는 현재 시각으로 일정을 확인합니다. 완료할 때 방문 장소와 스탬프를 선택해 ">
            <a:extLst xmlns:a="http://schemas.openxmlformats.org/drawingml/2006/main">
              <a:ext uri="{FF2B5EF4-FFF2-40B4-BE49-F238E27FC236}">
                <a16:creationId xmlns:a16="http://schemas.microsoft.com/office/drawing/2014/main" id="{B1364DAB-7493-4DBF-8B5E-4A6A0D88B178}"/>
              </a:ext>
            </a:extLst>
          </p:cNvPr>
          <p:cNvSpPr>
            <a:spLocks xmlns:a="http://schemas.openxmlformats.org/drawingml/2006/main" noGrp="1"/>
          </p:cNvSpPr>
          <p:nvPr/>
        </p:nvSpPr>
        <p:spPr>
          <a:xfrm xmlns:a="http://schemas.openxmlformats.org/drawingml/2006/main">
            <a:off x="495300" y="3105150"/>
            <a:ext cx="3981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출발 후에는 현재 시각으로 일정을</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확인합니다. 완료할 때 방문 장소와</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스탬프를 선택해 기록을 남깁니다.</a:t>
            </a:r>
          </a:p>
        </p:txBody>
      </p:sp>
      <p:sp>
        <p:nvSpPr>
          <p:cNvPr id="6" name="기능 흐름도">
            <a:extLst xmlns:a="http://schemas.openxmlformats.org/drawingml/2006/main">
              <a:ext uri="{FF2B5EF4-FFF2-40B4-BE49-F238E27FC236}">
                <a16:creationId xmlns:a16="http://schemas.microsoft.com/office/drawing/2014/main" id="{104F0F32-2D2E-4DE9-938B-321FACE26D4D}"/>
              </a:ext>
            </a:extLst>
          </p:cNvPr>
          <p:cNvSpPr>
            <a:spLocks xmlns:a="http://schemas.openxmlformats.org/drawingml/2006/main" noGrp="1"/>
          </p:cNvSpPr>
          <p:nvPr/>
        </p:nvSpPr>
        <p:spPr>
          <a:xfrm xmlns:a="http://schemas.openxmlformats.org/drawingml/2006/main">
            <a:off x="495300" y="4095750"/>
            <a:ext cx="3524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흐름도</a:t>
            </a:r>
          </a:p>
        </p:txBody>
      </p:sp>
      <p:sp>
        <p:nvSpPr>
          <p:cNvPr id="7" name="01">
            <a:extLst xmlns:a="http://schemas.openxmlformats.org/drawingml/2006/main">
              <a:ext uri="{FF2B5EF4-FFF2-40B4-BE49-F238E27FC236}">
                <a16:creationId xmlns:a16="http://schemas.microsoft.com/office/drawing/2014/main" id="{AD4F33DC-D96B-4E5B-8216-B2792342B171}"/>
              </a:ext>
            </a:extLst>
          </p:cNvPr>
          <p:cNvSpPr>
            <a:spLocks xmlns:a="http://schemas.openxmlformats.org/drawingml/2006/main" noGrp="1"/>
          </p:cNvSpPr>
          <p:nvPr/>
        </p:nvSpPr>
        <p:spPr>
          <a:xfrm xmlns:a="http://schemas.openxmlformats.org/drawingml/2006/main">
            <a:off x="495300" y="44291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01</a:t>
            </a:r>
          </a:p>
        </p:txBody>
      </p:sp>
      <p:sp>
        <p:nvSpPr>
          <p:cNvPr id="8" name="현재 출타 시작">
            <a:extLst xmlns:a="http://schemas.openxmlformats.org/drawingml/2006/main">
              <a:ext uri="{FF2B5EF4-FFF2-40B4-BE49-F238E27FC236}">
                <a16:creationId xmlns:a16="http://schemas.microsoft.com/office/drawing/2014/main" id="{E7B3DA83-FFF9-49B2-85B0-437632D281B1}"/>
              </a:ext>
            </a:extLst>
          </p:cNvPr>
          <p:cNvSpPr>
            <a:spLocks xmlns:a="http://schemas.openxmlformats.org/drawingml/2006/main" noGrp="1"/>
          </p:cNvSpPr>
          <p:nvPr/>
        </p:nvSpPr>
        <p:spPr>
          <a:xfrm xmlns:a="http://schemas.openxmlformats.org/drawingml/2006/main">
            <a:off x="990600" y="442912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현재 출타 시작</a:t>
            </a:r>
          </a:p>
        </p:txBody>
      </p:sp>
      <p:sp>
        <p:nvSpPr>
          <p:cNvPr id="9" name="오늘의 복귀 기준을 직접 확인">
            <a:extLst xmlns:a="http://schemas.openxmlformats.org/drawingml/2006/main">
              <a:ext uri="{FF2B5EF4-FFF2-40B4-BE49-F238E27FC236}">
                <a16:creationId xmlns:a16="http://schemas.microsoft.com/office/drawing/2014/main" id="{B89DB5B2-1C55-4E4A-8CBF-2F775E60CFA2}"/>
              </a:ext>
            </a:extLst>
          </p:cNvPr>
          <p:cNvSpPr>
            <a:spLocks xmlns:a="http://schemas.openxmlformats.org/drawingml/2006/main" noGrp="1"/>
          </p:cNvSpPr>
          <p:nvPr/>
        </p:nvSpPr>
        <p:spPr>
          <a:xfrm xmlns:a="http://schemas.openxmlformats.org/drawingml/2006/main">
            <a:off x="990600" y="47434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오늘의 복귀 기준을 직접 확인</a:t>
            </a:r>
          </a:p>
        </p:txBody>
      </p:sp>
      <p:sp>
        <p:nvSpPr>
          <p:cNvPr id="10" name="↓">
            <a:extLst xmlns:a="http://schemas.openxmlformats.org/drawingml/2006/main">
              <a:ext uri="{FF2B5EF4-FFF2-40B4-BE49-F238E27FC236}">
                <a16:creationId xmlns:a16="http://schemas.microsoft.com/office/drawing/2014/main" id="{A70A4C00-09F6-44B1-B59A-FE76B480BED1}"/>
              </a:ext>
            </a:extLst>
          </p:cNvPr>
          <p:cNvSpPr>
            <a:spLocks xmlns:a="http://schemas.openxmlformats.org/drawingml/2006/main" noGrp="1"/>
          </p:cNvSpPr>
          <p:nvPr/>
        </p:nvSpPr>
        <p:spPr>
          <a:xfrm xmlns:a="http://schemas.openxmlformats.org/drawingml/2006/main">
            <a:off x="552450" y="4781550"/>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1" name="02">
            <a:extLst xmlns:a="http://schemas.openxmlformats.org/drawingml/2006/main">
              <a:ext uri="{FF2B5EF4-FFF2-40B4-BE49-F238E27FC236}">
                <a16:creationId xmlns:a16="http://schemas.microsoft.com/office/drawing/2014/main" id="{48C600F1-9980-428C-A439-3FF10C72E9BF}"/>
              </a:ext>
            </a:extLst>
          </p:cNvPr>
          <p:cNvSpPr>
            <a:spLocks xmlns:a="http://schemas.openxmlformats.org/drawingml/2006/main" noGrp="1"/>
          </p:cNvSpPr>
          <p:nvPr/>
        </p:nvSpPr>
        <p:spPr>
          <a:xfrm xmlns:a="http://schemas.openxmlformats.org/drawingml/2006/main">
            <a:off x="495300" y="5086350"/>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02</a:t>
            </a:r>
          </a:p>
        </p:txBody>
      </p:sp>
      <p:sp>
        <p:nvSpPr>
          <p:cNvPr id="12" name="여행 완료 확인">
            <a:extLst xmlns:a="http://schemas.openxmlformats.org/drawingml/2006/main">
              <a:ext uri="{FF2B5EF4-FFF2-40B4-BE49-F238E27FC236}">
                <a16:creationId xmlns:a16="http://schemas.microsoft.com/office/drawing/2014/main" id="{D3A7F353-A452-40FB-AF39-EBEC17772669}"/>
              </a:ext>
            </a:extLst>
          </p:cNvPr>
          <p:cNvSpPr>
            <a:spLocks xmlns:a="http://schemas.openxmlformats.org/drawingml/2006/main" noGrp="1"/>
          </p:cNvSpPr>
          <p:nvPr/>
        </p:nvSpPr>
        <p:spPr>
          <a:xfrm xmlns:a="http://schemas.openxmlformats.org/drawingml/2006/main">
            <a:off x="990600" y="5086350"/>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여행 완료 확인</a:t>
            </a:r>
          </a:p>
        </p:txBody>
      </p:sp>
      <p:sp>
        <p:nvSpPr>
          <p:cNvPr id="13" name="실제 다녀온 장소·스탬프 선택">
            <a:extLst xmlns:a="http://schemas.openxmlformats.org/drawingml/2006/main">
              <a:ext uri="{FF2B5EF4-FFF2-40B4-BE49-F238E27FC236}">
                <a16:creationId xmlns:a16="http://schemas.microsoft.com/office/drawing/2014/main" id="{4CB7BF3B-F33A-4577-910E-34860B3274CA}"/>
              </a:ext>
            </a:extLst>
          </p:cNvPr>
          <p:cNvSpPr>
            <a:spLocks xmlns:a="http://schemas.openxmlformats.org/drawingml/2006/main" noGrp="1"/>
          </p:cNvSpPr>
          <p:nvPr/>
        </p:nvSpPr>
        <p:spPr>
          <a:xfrm xmlns:a="http://schemas.openxmlformats.org/drawingml/2006/main">
            <a:off x="990600" y="5400675"/>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실제 다녀온 장소·스탬프 선택</a:t>
            </a:r>
          </a:p>
        </p:txBody>
      </p:sp>
      <p:sp>
        <p:nvSpPr>
          <p:cNvPr id="14" name="↓">
            <a:extLst xmlns:a="http://schemas.openxmlformats.org/drawingml/2006/main">
              <a:ext uri="{FF2B5EF4-FFF2-40B4-BE49-F238E27FC236}">
                <a16:creationId xmlns:a16="http://schemas.microsoft.com/office/drawing/2014/main" id="{8DD0A840-5F53-415B-8875-6A951B68F60F}"/>
              </a:ext>
            </a:extLst>
          </p:cNvPr>
          <p:cNvSpPr>
            <a:spLocks xmlns:a="http://schemas.openxmlformats.org/drawingml/2006/main" noGrp="1"/>
          </p:cNvSpPr>
          <p:nvPr/>
        </p:nvSpPr>
        <p:spPr>
          <a:xfrm xmlns:a="http://schemas.openxmlformats.org/drawingml/2006/main">
            <a:off x="552450" y="5438775"/>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5" name="03">
            <a:extLst xmlns:a="http://schemas.openxmlformats.org/drawingml/2006/main">
              <a:ext uri="{FF2B5EF4-FFF2-40B4-BE49-F238E27FC236}">
                <a16:creationId xmlns:a16="http://schemas.microsoft.com/office/drawing/2014/main" id="{85B8B683-0B68-44D5-A9E4-7411F707637C}"/>
              </a:ext>
            </a:extLst>
          </p:cNvPr>
          <p:cNvSpPr>
            <a:spLocks xmlns:a="http://schemas.openxmlformats.org/drawingml/2006/main" noGrp="1"/>
          </p:cNvSpPr>
          <p:nvPr/>
        </p:nvSpPr>
        <p:spPr>
          <a:xfrm xmlns:a="http://schemas.openxmlformats.org/drawingml/2006/main">
            <a:off x="495300" y="574357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03</a:t>
            </a:r>
          </a:p>
        </p:txBody>
      </p:sp>
      <p:sp>
        <p:nvSpPr>
          <p:cNvPr id="16" name="여행 기록 관리">
            <a:extLst xmlns:a="http://schemas.openxmlformats.org/drawingml/2006/main">
              <a:ext uri="{FF2B5EF4-FFF2-40B4-BE49-F238E27FC236}">
                <a16:creationId xmlns:a16="http://schemas.microsoft.com/office/drawing/2014/main" id="{E0BF483B-5E05-4F82-BDBC-593C1E3C5620}"/>
              </a:ext>
            </a:extLst>
          </p:cNvPr>
          <p:cNvSpPr>
            <a:spLocks xmlns:a="http://schemas.openxmlformats.org/drawingml/2006/main" noGrp="1"/>
          </p:cNvSpPr>
          <p:nvPr/>
        </p:nvSpPr>
        <p:spPr>
          <a:xfrm xmlns:a="http://schemas.openxmlformats.org/drawingml/2006/main">
            <a:off x="990600" y="574357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여행 기록 관리</a:t>
            </a:r>
          </a:p>
        </p:txBody>
      </p:sp>
      <p:sp>
        <p:nvSpPr>
          <p:cNvPr id="17" name="수정·공유·새 계획으로 복원">
            <a:extLst xmlns:a="http://schemas.openxmlformats.org/drawingml/2006/main">
              <a:ext uri="{FF2B5EF4-FFF2-40B4-BE49-F238E27FC236}">
                <a16:creationId xmlns:a16="http://schemas.microsoft.com/office/drawing/2014/main" id="{0B479C39-D7E6-40AF-97EA-1C2076A44318}"/>
              </a:ext>
            </a:extLst>
          </p:cNvPr>
          <p:cNvSpPr>
            <a:spLocks xmlns:a="http://schemas.openxmlformats.org/drawingml/2006/main" noGrp="1"/>
          </p:cNvSpPr>
          <p:nvPr/>
        </p:nvSpPr>
        <p:spPr>
          <a:xfrm xmlns:a="http://schemas.openxmlformats.org/drawingml/2006/main">
            <a:off x="990600" y="605790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수정·공유·새 계획으로 복원</a:t>
            </a:r>
          </a:p>
        </p:txBody>
      </p:sp>
      <p:sp>
        <p:nvSpPr>
          <p:cNvPr id="18" name="여행 완료 확인">
            <a:extLst xmlns:a="http://schemas.openxmlformats.org/drawingml/2006/main">
              <a:ext uri="{FF2B5EF4-FFF2-40B4-BE49-F238E27FC236}">
                <a16:creationId xmlns:a16="http://schemas.microsoft.com/office/drawing/2014/main" id="{ED73E2D3-E2AC-4C7D-AF46-BADD4B76FB80}"/>
              </a:ext>
            </a:extLst>
          </p:cNvPr>
          <p:cNvSpPr>
            <a:spLocks xmlns:a="http://schemas.openxmlformats.org/drawingml/2006/main" noGrp="1"/>
          </p:cNvSpPr>
          <p:nvPr/>
        </p:nvSpPr>
        <p:spPr>
          <a:xfrm xmlns:a="http://schemas.openxmlformats.org/drawingml/2006/main">
            <a:off x="4743450" y="1238250"/>
            <a:ext cx="2924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여행 완료 확인</a:t>
            </a:r>
          </a:p>
        </p:txBody>
      </p:sp>
      <p:sp>
        <p:nvSpPr>
          <p:cNvPr id="19" name="비무장 패스포트 기록">
            <a:extLst xmlns:a="http://schemas.openxmlformats.org/drawingml/2006/main">
              <a:ext uri="{FF2B5EF4-FFF2-40B4-BE49-F238E27FC236}">
                <a16:creationId xmlns:a16="http://schemas.microsoft.com/office/drawing/2014/main" id="{725846F3-8569-4DA2-8757-F9E0E0CE2825}"/>
              </a:ext>
            </a:extLst>
          </p:cNvPr>
          <p:cNvSpPr>
            <a:spLocks xmlns:a="http://schemas.openxmlformats.org/drawingml/2006/main" noGrp="1"/>
          </p:cNvSpPr>
          <p:nvPr/>
        </p:nvSpPr>
        <p:spPr>
          <a:xfrm xmlns:a="http://schemas.openxmlformats.org/drawingml/2006/main">
            <a:off x="8372475" y="1238250"/>
            <a:ext cx="3381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비무장 패스포트 기록</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726c0be5f9c849e9"/>
          <a:srcRect xmlns:a="http://schemas.openxmlformats.org/drawingml/2006/main" l="12000" t="7000" r="12000" b="6000"/>
          <a:stretch xmlns:a="http://schemas.openxmlformats.org/drawingml/2006/main">
            <a:fillRect l="0" t="0" r="0" b="0"/>
          </a:stretch>
        </p:blipFill>
        <p:spPr>
          <a:xfrm xmlns:a="http://schemas.openxmlformats.org/drawingml/2006/main">
            <a:off x="5195069" y="1685925"/>
            <a:ext cx="1916162" cy="45910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A39D812C-6842-416B-B9AB-FD07E72C9E3F}"/>
              </a:ext>
            </a:extLst>
          </p:cNvPr>
          <p:cNvSpPr>
            <a:spLocks xmlns:a="http://schemas.openxmlformats.org/drawingml/2006/main" noGrp="1"/>
          </p:cNvSpPr>
          <p:nvPr/>
        </p:nvSpPr>
        <p:spPr>
          <a:xfrm xmlns:a="http://schemas.openxmlformats.org/drawingml/2006/main">
            <a:off x="7820025" y="3571875"/>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a:solidFill>
                  <a:srgbClr val="246568"/>
                </a:solidFill>
                <a:latin typeface="Pretendard SemiBold"/>
                <a:ea typeface="Pretendard SemiBold"/>
                <a:cs typeface="Pretendard SemiBold"/>
              </a:defRPr>
            </a:pPr>
            <a:r>
              <a:rPr sz="2550">
                <a:solidFill>
                  <a:srgbClr val="246568"/>
                </a:solidFill>
                <a:latin typeface="Pretendard SemiBold"/>
                <a:ea typeface="Pretendard SemiBold"/>
                <a:cs typeface="Pretendard SemiBold"/>
              </a:rPr>
              <a:t>→</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664d10f24fe64731"/>
          <a:srcRect xmlns:a="http://schemas.openxmlformats.org/drawingml/2006/main" l="4700" t="26500" r="4700" b="15000"/>
          <a:stretch xmlns:a="http://schemas.openxmlformats.org/drawingml/2006/main">
            <a:fillRect l="0" t="0" r="0" b="0"/>
          </a:stretch>
        </p:blipFill>
        <p:spPr>
          <a:xfrm xmlns:a="http://schemas.openxmlformats.org/drawingml/2006/main">
            <a:off x="8305800" y="1880125"/>
            <a:ext cx="3095625" cy="4183599"/>
          </a:xfrm>
          <a:prstGeom xmlns:a="http://schemas.openxmlformats.org/drawingml/2006/main" prst="rect">
            <a:avLst/>
          </a:prstGeom>
        </p:spPr>
      </p:pic>
      <p:sp>
        <p:nvSpPr>
          <p:cNvPr id="23" name="12">
            <a:extLst xmlns:a="http://schemas.openxmlformats.org/drawingml/2006/main">
              <a:ext uri="{FF2B5EF4-FFF2-40B4-BE49-F238E27FC236}">
                <a16:creationId xmlns:a16="http://schemas.microsoft.com/office/drawing/2014/main" id="{9427B188-023A-46BB-BCF7-F8797BC37672}"/>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12</a:t>
            </a:r>
          </a:p>
        </p:txBody>
      </p:sp>
    </p:spTree>
    <p:extLst>
      <p:ext uri="{BB962C8B-B14F-4D97-AF65-F5344CB8AC3E}">
        <p14:creationId xmlns:p14="http://schemas.microsoft.com/office/powerpoint/2010/main" val="671940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4" name="핵심 기능 05">
            <a:extLst xmlns:a="http://schemas.openxmlformats.org/drawingml/2006/main">
              <a:ext uri="{FF2B5EF4-FFF2-40B4-BE49-F238E27FC236}">
                <a16:creationId xmlns:a16="http://schemas.microsoft.com/office/drawing/2014/main" id="{5DCEC475-8180-48DF-8B68-A65A3D49D39A}"/>
              </a:ext>
            </a:extLst>
          </p:cNvPr>
          <p:cNvSpPr>
            <a:spLocks xmlns:a="http://schemas.openxmlformats.org/drawingml/2006/main" noGrp="1"/>
          </p:cNvSpPr>
          <p:nvPr/>
        </p:nvSpPr>
        <p:spPr>
          <a:xfrm xmlns:a="http://schemas.openxmlformats.org/drawingml/2006/main">
            <a:off x="495300" y="1200150"/>
            <a:ext cx="361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핵심 기능 05</a:t>
            </a:r>
          </a:p>
        </p:txBody>
      </p:sp>
      <p:sp>
        <p:nvSpPr>
          <p:cNvPr id="2" name="공개 장소 제안과 일정 반영">
            <a:extLst xmlns:a="http://schemas.openxmlformats.org/drawingml/2006/main">
              <a:ext uri="{FF2B5EF4-FFF2-40B4-BE49-F238E27FC236}">
                <a16:creationId xmlns:a16="http://schemas.microsoft.com/office/drawing/2014/main" id="{8F164803-FC5D-4EA3-A4D7-741647349A1B}"/>
              </a:ext>
            </a:extLst>
          </p:cNvPr>
          <p:cNvSpPr>
            <a:spLocks xmlns:a="http://schemas.openxmlformats.org/drawingml/2006/main" noGrp="1"/>
          </p:cNvSpPr>
          <p:nvPr/>
        </p:nvSpPr>
        <p:spPr>
          <a:xfrm xmlns:a="http://schemas.openxmlformats.org/drawingml/2006/main">
            <a:off x="495300" y="1600200"/>
            <a:ext cx="4143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a:solidFill>
                  <a:srgbClr val="22383E"/>
                </a:solidFill>
                <a:latin typeface="Pretendard SemiBold"/>
                <a:ea typeface="Pretendard SemiBold"/>
                <a:cs typeface="Pretendard SemiBold"/>
              </a:defRPr>
            </a:pPr>
            <a:r>
              <a:rPr sz="2400">
                <a:solidFill>
                  <a:srgbClr val="22383E"/>
                </a:solidFill>
                <a:latin typeface="Pretendard SemiBold"/>
                <a:ea typeface="Pretendard SemiBold"/>
                <a:cs typeface="Pretendard SemiBold"/>
              </a:rPr>
              <a:t>공개 장소 제안과 일정 반영</a:t>
            </a:r>
          </a:p>
        </p:txBody>
      </p:sp>
      <p:sp>
        <p:nvSpPr>
          <p:cNvPr id="3" name="1/3 · 공개할 장소와 질문 선택">
            <a:extLst xmlns:a="http://schemas.openxmlformats.org/drawingml/2006/main">
              <a:ext uri="{FF2B5EF4-FFF2-40B4-BE49-F238E27FC236}">
                <a16:creationId xmlns:a16="http://schemas.microsoft.com/office/drawing/2014/main" id="{EA68D1F7-01E2-4878-986F-747D70966AC3}"/>
              </a:ext>
            </a:extLst>
          </p:cNvPr>
          <p:cNvSpPr>
            <a:spLocks xmlns:a="http://schemas.openxmlformats.org/drawingml/2006/main" noGrp="1"/>
          </p:cNvSpPr>
          <p:nvPr/>
        </p:nvSpPr>
        <p:spPr>
          <a:xfrm xmlns:a="http://schemas.openxmlformats.org/drawingml/2006/main">
            <a:off x="495300" y="2343150"/>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1/3 · 공개할 장소와 질문 선택</a:t>
            </a:r>
          </a:p>
        </p:txBody>
      </p:sp>
      <p:sp>
        <p:nvSpPr>
          <p:cNvPr id="4" name="기능 설명">
            <a:extLst xmlns:a="http://schemas.openxmlformats.org/drawingml/2006/main">
              <a:ext uri="{FF2B5EF4-FFF2-40B4-BE49-F238E27FC236}">
                <a16:creationId xmlns:a16="http://schemas.microsoft.com/office/drawing/2014/main" id="{1AC456E3-A854-47EF-852B-3C61C7300D73}"/>
              </a:ext>
            </a:extLst>
          </p:cNvPr>
          <p:cNvSpPr>
            <a:spLocks xmlns:a="http://schemas.openxmlformats.org/drawingml/2006/main" noGrp="1"/>
          </p:cNvSpPr>
          <p:nvPr/>
        </p:nvSpPr>
        <p:spPr>
          <a:xfrm xmlns:a="http://schemas.openxmlformats.org/drawingml/2006/main">
            <a:off x="495300" y="27813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설명</a:t>
            </a:r>
          </a:p>
        </p:txBody>
      </p:sp>
      <p:sp>
        <p:nvSpPr>
          <p:cNvPr id="5" name="여행의 관광지와 질문을 링크로 공유합니다. 방문자는 장소의 추가· 교체·생략을 구체적으">
            <a:extLst xmlns:a="http://schemas.openxmlformats.org/drawingml/2006/main">
              <a:ext uri="{FF2B5EF4-FFF2-40B4-BE49-F238E27FC236}">
                <a16:creationId xmlns:a16="http://schemas.microsoft.com/office/drawing/2014/main" id="{B1168FC7-BA91-4AD7-9179-617C42995AEF}"/>
              </a:ext>
            </a:extLst>
          </p:cNvPr>
          <p:cNvSpPr>
            <a:spLocks xmlns:a="http://schemas.openxmlformats.org/drawingml/2006/main" noGrp="1"/>
          </p:cNvSpPr>
          <p:nvPr/>
        </p:nvSpPr>
        <p:spPr>
          <a:xfrm xmlns:a="http://schemas.openxmlformats.org/drawingml/2006/main">
            <a:off x="495300" y="3105150"/>
            <a:ext cx="3981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여행의 관광지와 질문을 링크로</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공유합니다. 방문자는 장소의 추가·</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교체·생략을 구체적으로 제안합니다.</a:t>
            </a:r>
          </a:p>
        </p:txBody>
      </p:sp>
      <p:sp>
        <p:nvSpPr>
          <p:cNvPr id="6" name="기능 흐름도">
            <a:extLst xmlns:a="http://schemas.openxmlformats.org/drawingml/2006/main">
              <a:ext uri="{FF2B5EF4-FFF2-40B4-BE49-F238E27FC236}">
                <a16:creationId xmlns:a16="http://schemas.microsoft.com/office/drawing/2014/main" id="{8E751F0A-F05A-4FDB-B4EE-6C01EBE83EEE}"/>
              </a:ext>
            </a:extLst>
          </p:cNvPr>
          <p:cNvSpPr>
            <a:spLocks xmlns:a="http://schemas.openxmlformats.org/drawingml/2006/main" noGrp="1"/>
          </p:cNvSpPr>
          <p:nvPr/>
        </p:nvSpPr>
        <p:spPr>
          <a:xfrm xmlns:a="http://schemas.openxmlformats.org/drawingml/2006/main">
            <a:off x="495300" y="4095750"/>
            <a:ext cx="3524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흐름도</a:t>
            </a:r>
          </a:p>
        </p:txBody>
      </p:sp>
      <p:sp>
        <p:nvSpPr>
          <p:cNvPr id="7" name="01">
            <a:extLst xmlns:a="http://schemas.openxmlformats.org/drawingml/2006/main">
              <a:ext uri="{FF2B5EF4-FFF2-40B4-BE49-F238E27FC236}">
                <a16:creationId xmlns:a16="http://schemas.microsoft.com/office/drawing/2014/main" id="{B5EA1636-3D2A-4048-879F-62C8D7FDBFF7}"/>
              </a:ext>
            </a:extLst>
          </p:cNvPr>
          <p:cNvSpPr>
            <a:spLocks xmlns:a="http://schemas.openxmlformats.org/drawingml/2006/main" noGrp="1"/>
          </p:cNvSpPr>
          <p:nvPr/>
        </p:nvSpPr>
        <p:spPr>
          <a:xfrm xmlns:a="http://schemas.openxmlformats.org/drawingml/2006/main">
            <a:off x="495300" y="44291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01</a:t>
            </a:r>
          </a:p>
        </p:txBody>
      </p:sp>
      <p:sp>
        <p:nvSpPr>
          <p:cNvPr id="8" name="공개 범위 선택">
            <a:extLst xmlns:a="http://schemas.openxmlformats.org/drawingml/2006/main">
              <a:ext uri="{FF2B5EF4-FFF2-40B4-BE49-F238E27FC236}">
                <a16:creationId xmlns:a16="http://schemas.microsoft.com/office/drawing/2014/main" id="{39CE7D9A-50E7-4682-A336-1C04C41B8194}"/>
              </a:ext>
            </a:extLst>
          </p:cNvPr>
          <p:cNvSpPr>
            <a:spLocks xmlns:a="http://schemas.openxmlformats.org/drawingml/2006/main" noGrp="1"/>
          </p:cNvSpPr>
          <p:nvPr/>
        </p:nvSpPr>
        <p:spPr>
          <a:xfrm xmlns:a="http://schemas.openxmlformats.org/drawingml/2006/main">
            <a:off x="990600" y="442912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공개 범위 선택</a:t>
            </a:r>
          </a:p>
        </p:txBody>
      </p:sp>
      <p:sp>
        <p:nvSpPr>
          <p:cNvPr id="9" name="관광지와 질문만 골라 공유">
            <a:extLst xmlns:a="http://schemas.openxmlformats.org/drawingml/2006/main">
              <a:ext uri="{FF2B5EF4-FFF2-40B4-BE49-F238E27FC236}">
                <a16:creationId xmlns:a16="http://schemas.microsoft.com/office/drawing/2014/main" id="{1C6B1DCC-9456-44E9-AFE5-74740C0CE9F2}"/>
              </a:ext>
            </a:extLst>
          </p:cNvPr>
          <p:cNvSpPr>
            <a:spLocks xmlns:a="http://schemas.openxmlformats.org/drawingml/2006/main" noGrp="1"/>
          </p:cNvSpPr>
          <p:nvPr/>
        </p:nvSpPr>
        <p:spPr>
          <a:xfrm xmlns:a="http://schemas.openxmlformats.org/drawingml/2006/main">
            <a:off x="990600" y="47434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관광지와 질문만 골라 공유</a:t>
            </a:r>
          </a:p>
        </p:txBody>
      </p:sp>
      <p:sp>
        <p:nvSpPr>
          <p:cNvPr id="10" name="↓">
            <a:extLst xmlns:a="http://schemas.openxmlformats.org/drawingml/2006/main">
              <a:ext uri="{FF2B5EF4-FFF2-40B4-BE49-F238E27FC236}">
                <a16:creationId xmlns:a16="http://schemas.microsoft.com/office/drawing/2014/main" id="{EF945776-CC5E-4B26-85D9-5EFCAC3D145F}"/>
              </a:ext>
            </a:extLst>
          </p:cNvPr>
          <p:cNvSpPr>
            <a:spLocks xmlns:a="http://schemas.openxmlformats.org/drawingml/2006/main" noGrp="1"/>
          </p:cNvSpPr>
          <p:nvPr/>
        </p:nvSpPr>
        <p:spPr>
          <a:xfrm xmlns:a="http://schemas.openxmlformats.org/drawingml/2006/main">
            <a:off x="552450" y="4781550"/>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1" name="02">
            <a:extLst xmlns:a="http://schemas.openxmlformats.org/drawingml/2006/main">
              <a:ext uri="{FF2B5EF4-FFF2-40B4-BE49-F238E27FC236}">
                <a16:creationId xmlns:a16="http://schemas.microsoft.com/office/drawing/2014/main" id="{3733E8AD-808B-4F23-A4B8-3E5EE60CF732}"/>
              </a:ext>
            </a:extLst>
          </p:cNvPr>
          <p:cNvSpPr>
            <a:spLocks xmlns:a="http://schemas.openxmlformats.org/drawingml/2006/main" noGrp="1"/>
          </p:cNvSpPr>
          <p:nvPr/>
        </p:nvSpPr>
        <p:spPr>
          <a:xfrm xmlns:a="http://schemas.openxmlformats.org/drawingml/2006/main">
            <a:off x="495300" y="5086350"/>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02</a:t>
            </a:r>
          </a:p>
        </p:txBody>
      </p:sp>
      <p:sp>
        <p:nvSpPr>
          <p:cNvPr id="12" name="SNS·메신저로 전달">
            <a:extLst xmlns:a="http://schemas.openxmlformats.org/drawingml/2006/main">
              <a:ext uri="{FF2B5EF4-FFF2-40B4-BE49-F238E27FC236}">
                <a16:creationId xmlns:a16="http://schemas.microsoft.com/office/drawing/2014/main" id="{28EF537F-DEE2-40F1-8D0C-68D57ECBCF0A}"/>
              </a:ext>
            </a:extLst>
          </p:cNvPr>
          <p:cNvSpPr>
            <a:spLocks xmlns:a="http://schemas.openxmlformats.org/drawingml/2006/main" noGrp="1"/>
          </p:cNvSpPr>
          <p:nvPr/>
        </p:nvSpPr>
        <p:spPr>
          <a:xfrm xmlns:a="http://schemas.openxmlformats.org/drawingml/2006/main">
            <a:off x="990600" y="5086350"/>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SNS·메신저로 전달</a:t>
            </a:r>
          </a:p>
        </p:txBody>
      </p:sp>
      <p:sp>
        <p:nvSpPr>
          <p:cNvPr id="13" name="개인 복귀 정보는 공개하지 않음">
            <a:extLst xmlns:a="http://schemas.openxmlformats.org/drawingml/2006/main">
              <a:ext uri="{FF2B5EF4-FFF2-40B4-BE49-F238E27FC236}">
                <a16:creationId xmlns:a16="http://schemas.microsoft.com/office/drawing/2014/main" id="{91C8F9A2-0585-445D-8840-FC5018E06D3E}"/>
              </a:ext>
            </a:extLst>
          </p:cNvPr>
          <p:cNvSpPr>
            <a:spLocks xmlns:a="http://schemas.openxmlformats.org/drawingml/2006/main" noGrp="1"/>
          </p:cNvSpPr>
          <p:nvPr/>
        </p:nvSpPr>
        <p:spPr>
          <a:xfrm xmlns:a="http://schemas.openxmlformats.org/drawingml/2006/main">
            <a:off x="990600" y="5400675"/>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개인 복귀 정보는 공개하지 않음</a:t>
            </a:r>
          </a:p>
        </p:txBody>
      </p:sp>
      <p:sp>
        <p:nvSpPr>
          <p:cNvPr id="14" name="↓">
            <a:extLst xmlns:a="http://schemas.openxmlformats.org/drawingml/2006/main">
              <a:ext uri="{FF2B5EF4-FFF2-40B4-BE49-F238E27FC236}">
                <a16:creationId xmlns:a16="http://schemas.microsoft.com/office/drawing/2014/main" id="{5C238C8C-5A90-4617-BB62-BE9F12870997}"/>
              </a:ext>
            </a:extLst>
          </p:cNvPr>
          <p:cNvSpPr>
            <a:spLocks xmlns:a="http://schemas.openxmlformats.org/drawingml/2006/main" noGrp="1"/>
          </p:cNvSpPr>
          <p:nvPr/>
        </p:nvSpPr>
        <p:spPr>
          <a:xfrm xmlns:a="http://schemas.openxmlformats.org/drawingml/2006/main">
            <a:off x="552450" y="5438775"/>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5" name="03">
            <a:extLst xmlns:a="http://schemas.openxmlformats.org/drawingml/2006/main">
              <a:ext uri="{FF2B5EF4-FFF2-40B4-BE49-F238E27FC236}">
                <a16:creationId xmlns:a16="http://schemas.microsoft.com/office/drawing/2014/main" id="{95F64FA9-C3CC-4F57-885A-02415116E853}"/>
              </a:ext>
            </a:extLst>
          </p:cNvPr>
          <p:cNvSpPr>
            <a:spLocks xmlns:a="http://schemas.openxmlformats.org/drawingml/2006/main" noGrp="1"/>
          </p:cNvSpPr>
          <p:nvPr/>
        </p:nvSpPr>
        <p:spPr>
          <a:xfrm xmlns:a="http://schemas.openxmlformats.org/drawingml/2006/main">
            <a:off x="495300" y="574357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03</a:t>
            </a:r>
          </a:p>
        </p:txBody>
      </p:sp>
      <p:sp>
        <p:nvSpPr>
          <p:cNvPr id="16" name="장소 단위로 제안">
            <a:extLst xmlns:a="http://schemas.openxmlformats.org/drawingml/2006/main">
              <a:ext uri="{FF2B5EF4-FFF2-40B4-BE49-F238E27FC236}">
                <a16:creationId xmlns:a16="http://schemas.microsoft.com/office/drawing/2014/main" id="{9EC86D42-DFAE-4902-9BB9-A43C53C338F1}"/>
              </a:ext>
            </a:extLst>
          </p:cNvPr>
          <p:cNvSpPr>
            <a:spLocks xmlns:a="http://schemas.openxmlformats.org/drawingml/2006/main" noGrp="1"/>
          </p:cNvSpPr>
          <p:nvPr/>
        </p:nvSpPr>
        <p:spPr>
          <a:xfrm xmlns:a="http://schemas.openxmlformats.org/drawingml/2006/main">
            <a:off x="990600" y="574357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장소 단위로 제안</a:t>
            </a:r>
          </a:p>
        </p:txBody>
      </p:sp>
      <p:sp>
        <p:nvSpPr>
          <p:cNvPr id="17" name="관광정보 검색으로 후보 선택">
            <a:extLst xmlns:a="http://schemas.openxmlformats.org/drawingml/2006/main">
              <a:ext uri="{FF2B5EF4-FFF2-40B4-BE49-F238E27FC236}">
                <a16:creationId xmlns:a16="http://schemas.microsoft.com/office/drawing/2014/main" id="{65396BC9-C992-4189-8771-E262F5E10D42}"/>
              </a:ext>
            </a:extLst>
          </p:cNvPr>
          <p:cNvSpPr>
            <a:spLocks xmlns:a="http://schemas.openxmlformats.org/drawingml/2006/main" noGrp="1"/>
          </p:cNvSpPr>
          <p:nvPr/>
        </p:nvSpPr>
        <p:spPr>
          <a:xfrm xmlns:a="http://schemas.openxmlformats.org/drawingml/2006/main">
            <a:off x="990600" y="605790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관광정보 검색으로 후보 선택</a:t>
            </a:r>
          </a:p>
        </p:txBody>
      </p:sp>
      <p:sp>
        <p:nvSpPr>
          <p:cNvPr id="18" name="공개할 장소 확인">
            <a:extLst xmlns:a="http://schemas.openxmlformats.org/drawingml/2006/main">
              <a:ext uri="{FF2B5EF4-FFF2-40B4-BE49-F238E27FC236}">
                <a16:creationId xmlns:a16="http://schemas.microsoft.com/office/drawing/2014/main" id="{C7076247-6A9C-45F6-B08B-1DCFFA87C71A}"/>
              </a:ext>
            </a:extLst>
          </p:cNvPr>
          <p:cNvSpPr>
            <a:spLocks xmlns:a="http://schemas.openxmlformats.org/drawingml/2006/main" noGrp="1"/>
          </p:cNvSpPr>
          <p:nvPr/>
        </p:nvSpPr>
        <p:spPr>
          <a:xfrm xmlns:a="http://schemas.openxmlformats.org/drawingml/2006/main">
            <a:off x="4743450" y="1238250"/>
            <a:ext cx="30099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공개할 장소 확인</a:t>
            </a:r>
          </a:p>
        </p:txBody>
      </p:sp>
      <p:sp>
        <p:nvSpPr>
          <p:cNvPr id="19" name="방문자의 교체 제안">
            <a:extLst xmlns:a="http://schemas.openxmlformats.org/drawingml/2006/main">
              <a:ext uri="{FF2B5EF4-FFF2-40B4-BE49-F238E27FC236}">
                <a16:creationId xmlns:a16="http://schemas.microsoft.com/office/drawing/2014/main" id="{6F10853A-6BE3-42E0-BEED-80EF08F0A710}"/>
              </a:ext>
            </a:extLst>
          </p:cNvPr>
          <p:cNvSpPr>
            <a:spLocks xmlns:a="http://schemas.openxmlformats.org/drawingml/2006/main" noGrp="1"/>
          </p:cNvSpPr>
          <p:nvPr/>
        </p:nvSpPr>
        <p:spPr>
          <a:xfrm xmlns:a="http://schemas.openxmlformats.org/drawingml/2006/main">
            <a:off x="8572500" y="1238250"/>
            <a:ext cx="30670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방문자의 교체 제안</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c0efaaf25bbf4151"/>
          <a:srcRect xmlns:a="http://schemas.openxmlformats.org/drawingml/2006/main" l="2800" t="23000" r="2800" b="27200"/>
          <a:stretch xmlns:a="http://schemas.openxmlformats.org/drawingml/2006/main">
            <a:fillRect l="0" t="0" r="0" b="0"/>
          </a:stretch>
        </p:blipFill>
        <p:spPr>
          <a:xfrm xmlns:a="http://schemas.openxmlformats.org/drawingml/2006/main">
            <a:off x="4676775" y="2329768"/>
            <a:ext cx="3000375" cy="3312889"/>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C38168D3-0641-4D0F-B569-ACB8DC25228F}"/>
              </a:ext>
            </a:extLst>
          </p:cNvPr>
          <p:cNvSpPr>
            <a:spLocks xmlns:a="http://schemas.openxmlformats.org/drawingml/2006/main" noGrp="1"/>
          </p:cNvSpPr>
          <p:nvPr/>
        </p:nvSpPr>
        <p:spPr>
          <a:xfrm xmlns:a="http://schemas.openxmlformats.org/drawingml/2006/main">
            <a:off x="7848600" y="3571875"/>
            <a:ext cx="419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a:solidFill>
                  <a:srgbClr val="246568"/>
                </a:solidFill>
                <a:latin typeface="Pretendard SemiBold"/>
                <a:ea typeface="Pretendard SemiBold"/>
                <a:cs typeface="Pretendard SemiBold"/>
              </a:defRPr>
            </a:pPr>
            <a:r>
              <a:rPr sz="2550">
                <a:solidFill>
                  <a:srgbClr val="246568"/>
                </a:solidFill>
                <a:latin typeface="Pretendard SemiBold"/>
                <a:ea typeface="Pretendard SemiBold"/>
                <a:cs typeface="Pretendard SemiBold"/>
              </a:rPr>
              <a:t>→</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de70dcf5326c488a"/>
          <a:srcRect xmlns:a="http://schemas.openxmlformats.org/drawingml/2006/main" l="2000" t="0" r="2000" b="12000"/>
          <a:stretch xmlns:a="http://schemas.openxmlformats.org/drawingml/2006/main">
            <a:fillRect l="0" t="0" r="0" b="0"/>
          </a:stretch>
        </p:blipFill>
        <p:spPr>
          <a:xfrm xmlns:a="http://schemas.openxmlformats.org/drawingml/2006/main">
            <a:off x="8774950" y="1752600"/>
            <a:ext cx="2338301" cy="4486275"/>
          </a:xfrm>
          <a:prstGeom xmlns:a="http://schemas.openxmlformats.org/drawingml/2006/main" prst="rect">
            <a:avLst/>
          </a:prstGeom>
        </p:spPr>
      </p:pic>
      <p:sp>
        <p:nvSpPr>
          <p:cNvPr id="23" name="13">
            <a:extLst xmlns:a="http://schemas.openxmlformats.org/drawingml/2006/main">
              <a:ext uri="{FF2B5EF4-FFF2-40B4-BE49-F238E27FC236}">
                <a16:creationId xmlns:a16="http://schemas.microsoft.com/office/drawing/2014/main" id="{7F51436A-06D7-4F14-B21E-A6589CE630C4}"/>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13</a:t>
            </a:r>
          </a:p>
        </p:txBody>
      </p:sp>
    </p:spTree>
    <p:extLst>
      <p:ext uri="{BB962C8B-B14F-4D97-AF65-F5344CB8AC3E}">
        <p14:creationId xmlns:p14="http://schemas.microsoft.com/office/powerpoint/2010/main" val="671940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4" name="핵심 기능 05">
            <a:extLst xmlns:a="http://schemas.openxmlformats.org/drawingml/2006/main">
              <a:ext uri="{FF2B5EF4-FFF2-40B4-BE49-F238E27FC236}">
                <a16:creationId xmlns:a16="http://schemas.microsoft.com/office/drawing/2014/main" id="{C3935C9F-90A4-4D46-B0EE-314A7C834972}"/>
              </a:ext>
            </a:extLst>
          </p:cNvPr>
          <p:cNvSpPr>
            <a:spLocks xmlns:a="http://schemas.openxmlformats.org/drawingml/2006/main" noGrp="1"/>
          </p:cNvSpPr>
          <p:nvPr/>
        </p:nvSpPr>
        <p:spPr>
          <a:xfrm xmlns:a="http://schemas.openxmlformats.org/drawingml/2006/main">
            <a:off x="495300" y="1200150"/>
            <a:ext cx="361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핵심 기능 05</a:t>
            </a:r>
          </a:p>
        </p:txBody>
      </p:sp>
      <p:sp>
        <p:nvSpPr>
          <p:cNvPr id="2" name="공개 장소 제안과 일정 반영">
            <a:extLst xmlns:a="http://schemas.openxmlformats.org/drawingml/2006/main">
              <a:ext uri="{FF2B5EF4-FFF2-40B4-BE49-F238E27FC236}">
                <a16:creationId xmlns:a16="http://schemas.microsoft.com/office/drawing/2014/main" id="{7940C0B9-F367-464D-8E97-3A8E4430AC10}"/>
              </a:ext>
            </a:extLst>
          </p:cNvPr>
          <p:cNvSpPr>
            <a:spLocks xmlns:a="http://schemas.openxmlformats.org/drawingml/2006/main" noGrp="1"/>
          </p:cNvSpPr>
          <p:nvPr/>
        </p:nvSpPr>
        <p:spPr>
          <a:xfrm xmlns:a="http://schemas.openxmlformats.org/drawingml/2006/main">
            <a:off x="495300" y="1600200"/>
            <a:ext cx="4143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a:solidFill>
                  <a:srgbClr val="22383E"/>
                </a:solidFill>
                <a:latin typeface="Pretendard SemiBold"/>
                <a:ea typeface="Pretendard SemiBold"/>
                <a:cs typeface="Pretendard SemiBold"/>
              </a:defRPr>
            </a:pPr>
            <a:r>
              <a:rPr sz="2400">
                <a:solidFill>
                  <a:srgbClr val="22383E"/>
                </a:solidFill>
                <a:latin typeface="Pretendard SemiBold"/>
                <a:ea typeface="Pretendard SemiBold"/>
                <a:cs typeface="Pretendard SemiBold"/>
              </a:rPr>
              <a:t>공개 장소 제안과 일정 반영</a:t>
            </a:r>
          </a:p>
        </p:txBody>
      </p:sp>
      <p:sp>
        <p:nvSpPr>
          <p:cNvPr id="3" name="2/3 · 작성자 검토와 실제 일정 반영">
            <a:extLst xmlns:a="http://schemas.openxmlformats.org/drawingml/2006/main">
              <a:ext uri="{FF2B5EF4-FFF2-40B4-BE49-F238E27FC236}">
                <a16:creationId xmlns:a16="http://schemas.microsoft.com/office/drawing/2014/main" id="{1295C5F4-56FB-4154-B3D4-A99DCF1A615A}"/>
              </a:ext>
            </a:extLst>
          </p:cNvPr>
          <p:cNvSpPr>
            <a:spLocks xmlns:a="http://schemas.openxmlformats.org/drawingml/2006/main" noGrp="1"/>
          </p:cNvSpPr>
          <p:nvPr/>
        </p:nvSpPr>
        <p:spPr>
          <a:xfrm xmlns:a="http://schemas.openxmlformats.org/drawingml/2006/main">
            <a:off x="495300" y="2343150"/>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2/3 · 작성자 검토와 실제 일정 반영</a:t>
            </a:r>
          </a:p>
        </p:txBody>
      </p:sp>
      <p:sp>
        <p:nvSpPr>
          <p:cNvPr id="4" name="기능 설명">
            <a:extLst xmlns:a="http://schemas.openxmlformats.org/drawingml/2006/main">
              <a:ext uri="{FF2B5EF4-FFF2-40B4-BE49-F238E27FC236}">
                <a16:creationId xmlns:a16="http://schemas.microsoft.com/office/drawing/2014/main" id="{09365BDA-9AD1-4E4D-8CD1-9EE3C7F3D582}"/>
              </a:ext>
            </a:extLst>
          </p:cNvPr>
          <p:cNvSpPr>
            <a:spLocks xmlns:a="http://schemas.openxmlformats.org/drawingml/2006/main" noGrp="1"/>
          </p:cNvSpPr>
          <p:nvPr/>
        </p:nvSpPr>
        <p:spPr>
          <a:xfrm xmlns:a="http://schemas.openxmlformats.org/drawingml/2006/main">
            <a:off x="495300" y="27813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설명</a:t>
            </a:r>
          </a:p>
        </p:txBody>
      </p:sp>
      <p:sp>
        <p:nvSpPr>
          <p:cNvPr id="5" name="작성자가 제안을 검토하고 일정을 저장하면 반영 완료로 표시됩니다. 방문자는 공개안으로 ">
            <a:extLst xmlns:a="http://schemas.openxmlformats.org/drawingml/2006/main">
              <a:ext uri="{FF2B5EF4-FFF2-40B4-BE49-F238E27FC236}">
                <a16:creationId xmlns:a16="http://schemas.microsoft.com/office/drawing/2014/main" id="{C7C26AAD-682D-4D4A-BC5A-125B28ADC7A9}"/>
              </a:ext>
            </a:extLst>
          </p:cNvPr>
          <p:cNvSpPr>
            <a:spLocks xmlns:a="http://schemas.openxmlformats.org/drawingml/2006/main" noGrp="1"/>
          </p:cNvSpPr>
          <p:nvPr/>
        </p:nvSpPr>
        <p:spPr>
          <a:xfrm xmlns:a="http://schemas.openxmlformats.org/drawingml/2006/main">
            <a:off x="495300" y="3105150"/>
            <a:ext cx="3981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작성자가 제안을 검토하고 일정을</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저장하면 반영 완료로 표시됩니다.</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방문자는 공개안으로 새 여행을 만듭니다.</a:t>
            </a:r>
          </a:p>
        </p:txBody>
      </p:sp>
      <p:sp>
        <p:nvSpPr>
          <p:cNvPr id="6" name="기능 흐름도">
            <a:extLst xmlns:a="http://schemas.openxmlformats.org/drawingml/2006/main">
              <a:ext uri="{FF2B5EF4-FFF2-40B4-BE49-F238E27FC236}">
                <a16:creationId xmlns:a16="http://schemas.microsoft.com/office/drawing/2014/main" id="{2E967F19-FF6D-4421-8FB3-9C0B603D410B}"/>
              </a:ext>
            </a:extLst>
          </p:cNvPr>
          <p:cNvSpPr>
            <a:spLocks xmlns:a="http://schemas.openxmlformats.org/drawingml/2006/main" noGrp="1"/>
          </p:cNvSpPr>
          <p:nvPr/>
        </p:nvSpPr>
        <p:spPr>
          <a:xfrm xmlns:a="http://schemas.openxmlformats.org/drawingml/2006/main">
            <a:off x="495300" y="4095750"/>
            <a:ext cx="3524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흐름도</a:t>
            </a:r>
          </a:p>
        </p:txBody>
      </p:sp>
      <p:sp>
        <p:nvSpPr>
          <p:cNvPr id="7" name="01">
            <a:extLst xmlns:a="http://schemas.openxmlformats.org/drawingml/2006/main">
              <a:ext uri="{FF2B5EF4-FFF2-40B4-BE49-F238E27FC236}">
                <a16:creationId xmlns:a16="http://schemas.microsoft.com/office/drawing/2014/main" id="{CED8E347-2A43-49C8-9540-3BD0AAE4E04F}"/>
              </a:ext>
            </a:extLst>
          </p:cNvPr>
          <p:cNvSpPr>
            <a:spLocks xmlns:a="http://schemas.openxmlformats.org/drawingml/2006/main" noGrp="1"/>
          </p:cNvSpPr>
          <p:nvPr/>
        </p:nvSpPr>
        <p:spPr>
          <a:xfrm xmlns:a="http://schemas.openxmlformats.org/drawingml/2006/main">
            <a:off x="495300" y="44291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01</a:t>
            </a:r>
          </a:p>
        </p:txBody>
      </p:sp>
      <p:sp>
        <p:nvSpPr>
          <p:cNvPr id="8" name="받은 제안 확인">
            <a:extLst xmlns:a="http://schemas.openxmlformats.org/drawingml/2006/main">
              <a:ext uri="{FF2B5EF4-FFF2-40B4-BE49-F238E27FC236}">
                <a16:creationId xmlns:a16="http://schemas.microsoft.com/office/drawing/2014/main" id="{15C3AEE3-3898-44C1-ACC8-82A4624ACA5B}"/>
              </a:ext>
            </a:extLst>
          </p:cNvPr>
          <p:cNvSpPr>
            <a:spLocks xmlns:a="http://schemas.openxmlformats.org/drawingml/2006/main" noGrp="1"/>
          </p:cNvSpPr>
          <p:nvPr/>
        </p:nvSpPr>
        <p:spPr>
          <a:xfrm xmlns:a="http://schemas.openxmlformats.org/drawingml/2006/main">
            <a:off x="990600" y="442912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받은 제안 확인</a:t>
            </a:r>
          </a:p>
        </p:txBody>
      </p:sp>
      <p:sp>
        <p:nvSpPr>
          <p:cNvPr id="9" name="추가·교체할 장소와 이유 확인">
            <a:extLst xmlns:a="http://schemas.openxmlformats.org/drawingml/2006/main">
              <a:ext uri="{FF2B5EF4-FFF2-40B4-BE49-F238E27FC236}">
                <a16:creationId xmlns:a16="http://schemas.microsoft.com/office/drawing/2014/main" id="{FE1C0F4B-5EAF-45EE-96FF-7E777DBDAE93}"/>
              </a:ext>
            </a:extLst>
          </p:cNvPr>
          <p:cNvSpPr>
            <a:spLocks xmlns:a="http://schemas.openxmlformats.org/drawingml/2006/main" noGrp="1"/>
          </p:cNvSpPr>
          <p:nvPr/>
        </p:nvSpPr>
        <p:spPr>
          <a:xfrm xmlns:a="http://schemas.openxmlformats.org/drawingml/2006/main">
            <a:off x="990600" y="47434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추가·교체할 장소와 이유 확인</a:t>
            </a:r>
          </a:p>
        </p:txBody>
      </p:sp>
      <p:sp>
        <p:nvSpPr>
          <p:cNvPr id="10" name="↓">
            <a:extLst xmlns:a="http://schemas.openxmlformats.org/drawingml/2006/main">
              <a:ext uri="{FF2B5EF4-FFF2-40B4-BE49-F238E27FC236}">
                <a16:creationId xmlns:a16="http://schemas.microsoft.com/office/drawing/2014/main" id="{B2F35BA4-9279-48D0-8B28-811AB026DEDA}"/>
              </a:ext>
            </a:extLst>
          </p:cNvPr>
          <p:cNvSpPr>
            <a:spLocks xmlns:a="http://schemas.openxmlformats.org/drawingml/2006/main" noGrp="1"/>
          </p:cNvSpPr>
          <p:nvPr/>
        </p:nvSpPr>
        <p:spPr>
          <a:xfrm xmlns:a="http://schemas.openxmlformats.org/drawingml/2006/main">
            <a:off x="552450" y="4781550"/>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1" name="02">
            <a:extLst xmlns:a="http://schemas.openxmlformats.org/drawingml/2006/main">
              <a:ext uri="{FF2B5EF4-FFF2-40B4-BE49-F238E27FC236}">
                <a16:creationId xmlns:a16="http://schemas.microsoft.com/office/drawing/2014/main" id="{67BD8A99-D2C3-4BB9-BACC-F742430D86C3}"/>
              </a:ext>
            </a:extLst>
          </p:cNvPr>
          <p:cNvSpPr>
            <a:spLocks xmlns:a="http://schemas.openxmlformats.org/drawingml/2006/main" noGrp="1"/>
          </p:cNvSpPr>
          <p:nvPr/>
        </p:nvSpPr>
        <p:spPr>
          <a:xfrm xmlns:a="http://schemas.openxmlformats.org/drawingml/2006/main">
            <a:off x="495300" y="5086350"/>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02</a:t>
            </a:r>
          </a:p>
        </p:txBody>
      </p:sp>
      <p:sp>
        <p:nvSpPr>
          <p:cNvPr id="12" name="내 일정에서 검토">
            <a:extLst xmlns:a="http://schemas.openxmlformats.org/drawingml/2006/main">
              <a:ext uri="{FF2B5EF4-FFF2-40B4-BE49-F238E27FC236}">
                <a16:creationId xmlns:a16="http://schemas.microsoft.com/office/drawing/2014/main" id="{B42BEEC3-C489-4788-883D-C88A5AEB6210}"/>
              </a:ext>
            </a:extLst>
          </p:cNvPr>
          <p:cNvSpPr>
            <a:spLocks xmlns:a="http://schemas.openxmlformats.org/drawingml/2006/main" noGrp="1"/>
          </p:cNvSpPr>
          <p:nvPr/>
        </p:nvSpPr>
        <p:spPr>
          <a:xfrm xmlns:a="http://schemas.openxmlformats.org/drawingml/2006/main">
            <a:off x="990600" y="5086350"/>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내 일정에서 검토</a:t>
            </a:r>
          </a:p>
        </p:txBody>
      </p:sp>
      <p:sp>
        <p:nvSpPr>
          <p:cNvPr id="13" name="변경할 장소·순서를 직접 확인">
            <a:extLst xmlns:a="http://schemas.openxmlformats.org/drawingml/2006/main">
              <a:ext uri="{FF2B5EF4-FFF2-40B4-BE49-F238E27FC236}">
                <a16:creationId xmlns:a16="http://schemas.microsoft.com/office/drawing/2014/main" id="{9F4BA848-B97A-4EE3-80FA-BAF75850F6C4}"/>
              </a:ext>
            </a:extLst>
          </p:cNvPr>
          <p:cNvSpPr>
            <a:spLocks xmlns:a="http://schemas.openxmlformats.org/drawingml/2006/main" noGrp="1"/>
          </p:cNvSpPr>
          <p:nvPr/>
        </p:nvSpPr>
        <p:spPr>
          <a:xfrm xmlns:a="http://schemas.openxmlformats.org/drawingml/2006/main">
            <a:off x="990600" y="5400675"/>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변경할 장소·순서를 직접 확인</a:t>
            </a:r>
          </a:p>
        </p:txBody>
      </p:sp>
      <p:sp>
        <p:nvSpPr>
          <p:cNvPr id="14" name="↓">
            <a:extLst xmlns:a="http://schemas.openxmlformats.org/drawingml/2006/main">
              <a:ext uri="{FF2B5EF4-FFF2-40B4-BE49-F238E27FC236}">
                <a16:creationId xmlns:a16="http://schemas.microsoft.com/office/drawing/2014/main" id="{8FFB954C-3CF7-4C66-B122-8EA6B436E9DF}"/>
              </a:ext>
            </a:extLst>
          </p:cNvPr>
          <p:cNvSpPr>
            <a:spLocks xmlns:a="http://schemas.openxmlformats.org/drawingml/2006/main" noGrp="1"/>
          </p:cNvSpPr>
          <p:nvPr/>
        </p:nvSpPr>
        <p:spPr>
          <a:xfrm xmlns:a="http://schemas.openxmlformats.org/drawingml/2006/main">
            <a:off x="552450" y="5438775"/>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5" name="03">
            <a:extLst xmlns:a="http://schemas.openxmlformats.org/drawingml/2006/main">
              <a:ext uri="{FF2B5EF4-FFF2-40B4-BE49-F238E27FC236}">
                <a16:creationId xmlns:a16="http://schemas.microsoft.com/office/drawing/2014/main" id="{8E8F9CF2-4292-4D59-BA5F-BA0EBEB62A26}"/>
              </a:ext>
            </a:extLst>
          </p:cNvPr>
          <p:cNvSpPr>
            <a:spLocks xmlns:a="http://schemas.openxmlformats.org/drawingml/2006/main" noGrp="1"/>
          </p:cNvSpPr>
          <p:nvPr/>
        </p:nvSpPr>
        <p:spPr>
          <a:xfrm xmlns:a="http://schemas.openxmlformats.org/drawingml/2006/main">
            <a:off x="495300" y="574357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03</a:t>
            </a:r>
          </a:p>
        </p:txBody>
      </p:sp>
      <p:sp>
        <p:nvSpPr>
          <p:cNvPr id="16" name="저장 후 반영 표시">
            <a:extLst xmlns:a="http://schemas.openxmlformats.org/drawingml/2006/main">
              <a:ext uri="{FF2B5EF4-FFF2-40B4-BE49-F238E27FC236}">
                <a16:creationId xmlns:a16="http://schemas.microsoft.com/office/drawing/2014/main" id="{AE326FC4-AE0B-4CB3-BCEA-A02867F3296A}"/>
              </a:ext>
            </a:extLst>
          </p:cNvPr>
          <p:cNvSpPr>
            <a:spLocks xmlns:a="http://schemas.openxmlformats.org/drawingml/2006/main" noGrp="1"/>
          </p:cNvSpPr>
          <p:nvPr/>
        </p:nvSpPr>
        <p:spPr>
          <a:xfrm xmlns:a="http://schemas.openxmlformats.org/drawingml/2006/main">
            <a:off x="990600" y="574357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저장 후 반영 표시</a:t>
            </a:r>
          </a:p>
        </p:txBody>
      </p:sp>
      <p:sp>
        <p:nvSpPr>
          <p:cNvPr id="17" name="실제 저장 결과를 방문자에게 안내">
            <a:extLst xmlns:a="http://schemas.openxmlformats.org/drawingml/2006/main">
              <a:ext uri="{FF2B5EF4-FFF2-40B4-BE49-F238E27FC236}">
                <a16:creationId xmlns:a16="http://schemas.microsoft.com/office/drawing/2014/main" id="{A0691CBF-6521-4312-9B53-F07846ED9CC3}"/>
              </a:ext>
            </a:extLst>
          </p:cNvPr>
          <p:cNvSpPr>
            <a:spLocks xmlns:a="http://schemas.openxmlformats.org/drawingml/2006/main" noGrp="1"/>
          </p:cNvSpPr>
          <p:nvPr/>
        </p:nvSpPr>
        <p:spPr>
          <a:xfrm xmlns:a="http://schemas.openxmlformats.org/drawingml/2006/main">
            <a:off x="990600" y="605790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실제 저장 결과를 방문자에게 안내</a:t>
            </a:r>
          </a:p>
        </p:txBody>
      </p:sp>
      <p:sp>
        <p:nvSpPr>
          <p:cNvPr id="18" name="작성자에게 도착한 제안">
            <a:extLst xmlns:a="http://schemas.openxmlformats.org/drawingml/2006/main">
              <a:ext uri="{FF2B5EF4-FFF2-40B4-BE49-F238E27FC236}">
                <a16:creationId xmlns:a16="http://schemas.microsoft.com/office/drawing/2014/main" id="{51058537-4017-4D7D-9BEA-53C82679F1A4}"/>
              </a:ext>
            </a:extLst>
          </p:cNvPr>
          <p:cNvSpPr>
            <a:spLocks xmlns:a="http://schemas.openxmlformats.org/drawingml/2006/main" noGrp="1"/>
          </p:cNvSpPr>
          <p:nvPr/>
        </p:nvSpPr>
        <p:spPr>
          <a:xfrm xmlns:a="http://schemas.openxmlformats.org/drawingml/2006/main">
            <a:off x="4867275" y="1238250"/>
            <a:ext cx="3524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작성자에게 도착한 제안</a:t>
            </a:r>
          </a:p>
        </p:txBody>
      </p:sp>
      <p:sp>
        <p:nvSpPr>
          <p:cNvPr id="19" name="방문자가 보는 반영 결과">
            <a:extLst xmlns:a="http://schemas.openxmlformats.org/drawingml/2006/main">
              <a:ext uri="{FF2B5EF4-FFF2-40B4-BE49-F238E27FC236}">
                <a16:creationId xmlns:a16="http://schemas.microsoft.com/office/drawing/2014/main" id="{7692FF70-C559-45FF-9CAA-4FEFA12279ED}"/>
              </a:ext>
            </a:extLst>
          </p:cNvPr>
          <p:cNvSpPr>
            <a:spLocks xmlns:a="http://schemas.openxmlformats.org/drawingml/2006/main" noGrp="1"/>
          </p:cNvSpPr>
          <p:nvPr/>
        </p:nvSpPr>
        <p:spPr>
          <a:xfrm xmlns:a="http://schemas.openxmlformats.org/drawingml/2006/main">
            <a:off x="8696325" y="1238250"/>
            <a:ext cx="2990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방문자가 보는 반영 결과</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c8e9c001f3144b34"/>
          <a:srcRect xmlns:a="http://schemas.openxmlformats.org/drawingml/2006/main" l="3500" t="52000" r="3500" b="7500"/>
          <a:stretch xmlns:a="http://schemas.openxmlformats.org/drawingml/2006/main">
            <a:fillRect l="0" t="0" r="0" b="0"/>
          </a:stretch>
        </p:blipFill>
        <p:spPr>
          <a:xfrm xmlns:a="http://schemas.openxmlformats.org/drawingml/2006/main">
            <a:off x="4686300" y="2302188"/>
            <a:ext cx="3486150" cy="3177549"/>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D5BE6991-77D5-4EC0-AB92-F3CFE6A0204A}"/>
              </a:ext>
            </a:extLst>
          </p:cNvPr>
          <p:cNvSpPr>
            <a:spLocks xmlns:a="http://schemas.openxmlformats.org/drawingml/2006/main" noGrp="1"/>
          </p:cNvSpPr>
          <p:nvPr/>
        </p:nvSpPr>
        <p:spPr>
          <a:xfrm xmlns:a="http://schemas.openxmlformats.org/drawingml/2006/main">
            <a:off x="8077200" y="3571875"/>
            <a:ext cx="38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400">
                <a:solidFill>
                  <a:srgbClr val="246568"/>
                </a:solidFill>
                <a:latin typeface="Pretendard SemiBold"/>
                <a:ea typeface="Pretendard SemiBold"/>
                <a:cs typeface="Pretendard SemiBold"/>
              </a:defRPr>
            </a:pPr>
            <a:r>
              <a:rPr sz="2400">
                <a:solidFill>
                  <a:srgbClr val="246568"/>
                </a:solidFill>
                <a:latin typeface="Pretendard SemiBold"/>
                <a:ea typeface="Pretendard SemiBold"/>
                <a:cs typeface="Pretendard SemiBold"/>
              </a:rPr>
              <a:t>→</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653d9cabd5214ce9"/>
          <a:srcRect xmlns:a="http://schemas.openxmlformats.org/drawingml/2006/main" l="2400" t="0" r="2400" b="11000"/>
          <a:stretch xmlns:a="http://schemas.openxmlformats.org/drawingml/2006/main">
            <a:fillRect l="0" t="0" r="0" b="0"/>
          </a:stretch>
        </p:blipFill>
        <p:spPr>
          <a:xfrm xmlns:a="http://schemas.openxmlformats.org/drawingml/2006/main">
            <a:off x="8859211" y="1704975"/>
            <a:ext cx="2331704" cy="4562475"/>
          </a:xfrm>
          <a:prstGeom xmlns:a="http://schemas.openxmlformats.org/drawingml/2006/main" prst="rect">
            <a:avLst/>
          </a:prstGeom>
        </p:spPr>
      </p:pic>
      <p:sp>
        <p:nvSpPr>
          <p:cNvPr id="23" name="14">
            <a:extLst xmlns:a="http://schemas.openxmlformats.org/drawingml/2006/main">
              <a:ext uri="{FF2B5EF4-FFF2-40B4-BE49-F238E27FC236}">
                <a16:creationId xmlns:a16="http://schemas.microsoft.com/office/drawing/2014/main" id="{837803E6-C1B0-4BED-ABF9-18F953C0CDEE}"/>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14</a:t>
            </a:r>
          </a:p>
        </p:txBody>
      </p:sp>
    </p:spTree>
    <p:extLst>
      <p:ext uri="{BB962C8B-B14F-4D97-AF65-F5344CB8AC3E}">
        <p14:creationId xmlns:p14="http://schemas.microsoft.com/office/powerpoint/2010/main" val="671940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3" name="핵심 기능 05">
            <a:extLst xmlns:a="http://schemas.openxmlformats.org/drawingml/2006/main">
              <a:ext uri="{FF2B5EF4-FFF2-40B4-BE49-F238E27FC236}">
                <a16:creationId xmlns:a16="http://schemas.microsoft.com/office/drawing/2014/main" id="{850D9B50-2535-4F53-A169-B02D247EF1A7}"/>
              </a:ext>
            </a:extLst>
          </p:cNvPr>
          <p:cNvSpPr>
            <a:spLocks xmlns:a="http://schemas.openxmlformats.org/drawingml/2006/main" noGrp="1"/>
          </p:cNvSpPr>
          <p:nvPr/>
        </p:nvSpPr>
        <p:spPr>
          <a:xfrm xmlns:a="http://schemas.openxmlformats.org/drawingml/2006/main">
            <a:off x="495300" y="1200150"/>
            <a:ext cx="361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핵심 기능 05</a:t>
            </a:r>
          </a:p>
        </p:txBody>
      </p:sp>
      <p:sp>
        <p:nvSpPr>
          <p:cNvPr id="2" name="공개 장소 제안과 일정 반영">
            <a:extLst xmlns:a="http://schemas.openxmlformats.org/drawingml/2006/main">
              <a:ext uri="{FF2B5EF4-FFF2-40B4-BE49-F238E27FC236}">
                <a16:creationId xmlns:a16="http://schemas.microsoft.com/office/drawing/2014/main" id="{AEA22455-969C-4F19-8FD1-9B0FE9930128}"/>
              </a:ext>
            </a:extLst>
          </p:cNvPr>
          <p:cNvSpPr>
            <a:spLocks xmlns:a="http://schemas.openxmlformats.org/drawingml/2006/main" noGrp="1"/>
          </p:cNvSpPr>
          <p:nvPr/>
        </p:nvSpPr>
        <p:spPr>
          <a:xfrm xmlns:a="http://schemas.openxmlformats.org/drawingml/2006/main">
            <a:off x="495300" y="1600200"/>
            <a:ext cx="4143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a:solidFill>
                  <a:srgbClr val="22383E"/>
                </a:solidFill>
                <a:latin typeface="Pretendard SemiBold"/>
                <a:ea typeface="Pretendard SemiBold"/>
                <a:cs typeface="Pretendard SemiBold"/>
              </a:defRPr>
            </a:pPr>
            <a:r>
              <a:rPr sz="2400">
                <a:solidFill>
                  <a:srgbClr val="22383E"/>
                </a:solidFill>
                <a:latin typeface="Pretendard SemiBold"/>
                <a:ea typeface="Pretendard SemiBold"/>
                <a:cs typeface="Pretendard SemiBold"/>
              </a:rPr>
              <a:t>공개 장소 제안과 일정 반영</a:t>
            </a:r>
          </a:p>
        </p:txBody>
      </p:sp>
      <p:sp>
        <p:nvSpPr>
          <p:cNvPr id="3" name="3/3 · SNS 이미지와 참여 링크">
            <a:extLst xmlns:a="http://schemas.openxmlformats.org/drawingml/2006/main">
              <a:ext uri="{FF2B5EF4-FFF2-40B4-BE49-F238E27FC236}">
                <a16:creationId xmlns:a16="http://schemas.microsoft.com/office/drawing/2014/main" id="{12BE84AB-0EE6-47BC-88F1-8A5530149969}"/>
              </a:ext>
            </a:extLst>
          </p:cNvPr>
          <p:cNvSpPr>
            <a:spLocks xmlns:a="http://schemas.openxmlformats.org/drawingml/2006/main" noGrp="1"/>
          </p:cNvSpPr>
          <p:nvPr/>
        </p:nvSpPr>
        <p:spPr>
          <a:xfrm xmlns:a="http://schemas.openxmlformats.org/drawingml/2006/main">
            <a:off x="495300" y="2343150"/>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3/3 · SNS 이미지와 참여 링크</a:t>
            </a:r>
          </a:p>
        </p:txBody>
      </p:sp>
      <p:sp>
        <p:nvSpPr>
          <p:cNvPr id="4" name="기능 설명">
            <a:extLst xmlns:a="http://schemas.openxmlformats.org/drawingml/2006/main">
              <a:ext uri="{FF2B5EF4-FFF2-40B4-BE49-F238E27FC236}">
                <a16:creationId xmlns:a16="http://schemas.microsoft.com/office/drawing/2014/main" id="{D1AEE812-FE39-48B0-A6C8-5F3875D52623}"/>
              </a:ext>
            </a:extLst>
          </p:cNvPr>
          <p:cNvSpPr>
            <a:spLocks xmlns:a="http://schemas.openxmlformats.org/drawingml/2006/main" noGrp="1"/>
          </p:cNvSpPr>
          <p:nvPr/>
        </p:nvSpPr>
        <p:spPr>
          <a:xfrm xmlns:a="http://schemas.openxmlformats.org/drawingml/2006/main">
            <a:off x="495300" y="27813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설명</a:t>
            </a:r>
          </a:p>
        </p:txBody>
      </p:sp>
      <p:sp>
        <p:nvSpPr>
          <p:cNvPr id="5" name="계획·기록·반영한 제안을 스토리·피드 이미지로 만듭니다. 링크와 QR로 다음 제안을 받">
            <a:extLst xmlns:a="http://schemas.openxmlformats.org/drawingml/2006/main">
              <a:ext uri="{FF2B5EF4-FFF2-40B4-BE49-F238E27FC236}">
                <a16:creationId xmlns:a16="http://schemas.microsoft.com/office/drawing/2014/main" id="{5AC9CB71-F424-41C7-93BC-CB6D31A8453E}"/>
              </a:ext>
            </a:extLst>
          </p:cNvPr>
          <p:cNvSpPr>
            <a:spLocks xmlns:a="http://schemas.openxmlformats.org/drawingml/2006/main" noGrp="1"/>
          </p:cNvSpPr>
          <p:nvPr/>
        </p:nvSpPr>
        <p:spPr>
          <a:xfrm xmlns:a="http://schemas.openxmlformats.org/drawingml/2006/main">
            <a:off x="495300" y="3105150"/>
            <a:ext cx="3981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계획·기록·반영한 제안을</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스토리·피드 이미지로 만듭니다.</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링크와 QR로 다음 제안을 받습니다.</a:t>
            </a:r>
          </a:p>
        </p:txBody>
      </p:sp>
      <p:sp>
        <p:nvSpPr>
          <p:cNvPr id="6" name="기능 흐름도">
            <a:extLst xmlns:a="http://schemas.openxmlformats.org/drawingml/2006/main">
              <a:ext uri="{FF2B5EF4-FFF2-40B4-BE49-F238E27FC236}">
                <a16:creationId xmlns:a16="http://schemas.microsoft.com/office/drawing/2014/main" id="{11F73EE7-A657-4AD8-9747-D2F08BABA0CB}"/>
              </a:ext>
            </a:extLst>
          </p:cNvPr>
          <p:cNvSpPr>
            <a:spLocks xmlns:a="http://schemas.openxmlformats.org/drawingml/2006/main" noGrp="1"/>
          </p:cNvSpPr>
          <p:nvPr/>
        </p:nvSpPr>
        <p:spPr>
          <a:xfrm xmlns:a="http://schemas.openxmlformats.org/drawingml/2006/main">
            <a:off x="495300" y="4095750"/>
            <a:ext cx="3524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흐름도</a:t>
            </a:r>
          </a:p>
        </p:txBody>
      </p:sp>
      <p:sp>
        <p:nvSpPr>
          <p:cNvPr id="7" name="01">
            <a:extLst xmlns:a="http://schemas.openxmlformats.org/drawingml/2006/main">
              <a:ext uri="{FF2B5EF4-FFF2-40B4-BE49-F238E27FC236}">
                <a16:creationId xmlns:a16="http://schemas.microsoft.com/office/drawing/2014/main" id="{A2B306FD-F512-4D4C-B7C8-92251632FD17}"/>
              </a:ext>
            </a:extLst>
          </p:cNvPr>
          <p:cNvSpPr>
            <a:spLocks xmlns:a="http://schemas.openxmlformats.org/drawingml/2006/main" noGrp="1"/>
          </p:cNvSpPr>
          <p:nvPr/>
        </p:nvSpPr>
        <p:spPr>
          <a:xfrm xmlns:a="http://schemas.openxmlformats.org/drawingml/2006/main">
            <a:off x="495300" y="44291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01</a:t>
            </a:r>
          </a:p>
        </p:txBody>
      </p:sp>
      <p:sp>
        <p:nvSpPr>
          <p:cNvPr id="8" name="형식과 색 선택">
            <a:extLst xmlns:a="http://schemas.openxmlformats.org/drawingml/2006/main">
              <a:ext uri="{FF2B5EF4-FFF2-40B4-BE49-F238E27FC236}">
                <a16:creationId xmlns:a16="http://schemas.microsoft.com/office/drawing/2014/main" id="{64D89BCB-1799-415F-83D9-50A9398DD060}"/>
              </a:ext>
            </a:extLst>
          </p:cNvPr>
          <p:cNvSpPr>
            <a:spLocks xmlns:a="http://schemas.openxmlformats.org/drawingml/2006/main" noGrp="1"/>
          </p:cNvSpPr>
          <p:nvPr/>
        </p:nvSpPr>
        <p:spPr>
          <a:xfrm xmlns:a="http://schemas.openxmlformats.org/drawingml/2006/main">
            <a:off x="990600" y="442912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형식과 색 선택</a:t>
            </a:r>
          </a:p>
        </p:txBody>
      </p:sp>
      <p:sp>
        <p:nvSpPr>
          <p:cNvPr id="9" name="스토리 9:16 · 피드 4:5">
            <a:extLst xmlns:a="http://schemas.openxmlformats.org/drawingml/2006/main">
              <a:ext uri="{FF2B5EF4-FFF2-40B4-BE49-F238E27FC236}">
                <a16:creationId xmlns:a16="http://schemas.microsoft.com/office/drawing/2014/main" id="{22364A23-9D4E-4893-83A1-5FD8C8A29D5A}"/>
              </a:ext>
            </a:extLst>
          </p:cNvPr>
          <p:cNvSpPr>
            <a:spLocks xmlns:a="http://schemas.openxmlformats.org/drawingml/2006/main" noGrp="1"/>
          </p:cNvSpPr>
          <p:nvPr/>
        </p:nvSpPr>
        <p:spPr>
          <a:xfrm xmlns:a="http://schemas.openxmlformats.org/drawingml/2006/main">
            <a:off x="990600" y="47434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스토리 9:16 · 피드 4:5</a:t>
            </a:r>
          </a:p>
        </p:txBody>
      </p:sp>
      <p:sp>
        <p:nvSpPr>
          <p:cNvPr id="10" name="↓">
            <a:extLst xmlns:a="http://schemas.openxmlformats.org/drawingml/2006/main">
              <a:ext uri="{FF2B5EF4-FFF2-40B4-BE49-F238E27FC236}">
                <a16:creationId xmlns:a16="http://schemas.microsoft.com/office/drawing/2014/main" id="{F2287AC8-469B-4762-98A0-A884F3B7683F}"/>
              </a:ext>
            </a:extLst>
          </p:cNvPr>
          <p:cNvSpPr>
            <a:spLocks xmlns:a="http://schemas.openxmlformats.org/drawingml/2006/main" noGrp="1"/>
          </p:cNvSpPr>
          <p:nvPr/>
        </p:nvSpPr>
        <p:spPr>
          <a:xfrm xmlns:a="http://schemas.openxmlformats.org/drawingml/2006/main">
            <a:off x="552450" y="4781550"/>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1" name="02">
            <a:extLst xmlns:a="http://schemas.openxmlformats.org/drawingml/2006/main">
              <a:ext uri="{FF2B5EF4-FFF2-40B4-BE49-F238E27FC236}">
                <a16:creationId xmlns:a16="http://schemas.microsoft.com/office/drawing/2014/main" id="{085AD651-E45C-4121-92CA-61F39BCDC76C}"/>
              </a:ext>
            </a:extLst>
          </p:cNvPr>
          <p:cNvSpPr>
            <a:spLocks xmlns:a="http://schemas.openxmlformats.org/drawingml/2006/main" noGrp="1"/>
          </p:cNvSpPr>
          <p:nvPr/>
        </p:nvSpPr>
        <p:spPr>
          <a:xfrm xmlns:a="http://schemas.openxmlformats.org/drawingml/2006/main">
            <a:off x="495300" y="5086350"/>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02</a:t>
            </a:r>
          </a:p>
        </p:txBody>
      </p:sp>
      <p:sp>
        <p:nvSpPr>
          <p:cNvPr id="12" name="PNG 저장·이미지 공유">
            <a:extLst xmlns:a="http://schemas.openxmlformats.org/drawingml/2006/main">
              <a:ext uri="{FF2B5EF4-FFF2-40B4-BE49-F238E27FC236}">
                <a16:creationId xmlns:a16="http://schemas.microsoft.com/office/drawing/2014/main" id="{1894342E-8CE6-4BD5-A479-463C71C793C2}"/>
              </a:ext>
            </a:extLst>
          </p:cNvPr>
          <p:cNvSpPr>
            <a:spLocks xmlns:a="http://schemas.openxmlformats.org/drawingml/2006/main" noGrp="1"/>
          </p:cNvSpPr>
          <p:nvPr/>
        </p:nvSpPr>
        <p:spPr>
          <a:xfrm xmlns:a="http://schemas.openxmlformats.org/drawingml/2006/main">
            <a:off x="990600" y="5086350"/>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PNG 저장·이미지 공유</a:t>
            </a:r>
          </a:p>
        </p:txBody>
      </p:sp>
      <p:sp>
        <p:nvSpPr>
          <p:cNvPr id="13" name="지원 기기의 공유창 이용">
            <a:extLst xmlns:a="http://schemas.openxmlformats.org/drawingml/2006/main">
              <a:ext uri="{FF2B5EF4-FFF2-40B4-BE49-F238E27FC236}">
                <a16:creationId xmlns:a16="http://schemas.microsoft.com/office/drawing/2014/main" id="{BD3DF332-AA3F-43B0-8E54-53DCB93609B4}"/>
              </a:ext>
            </a:extLst>
          </p:cNvPr>
          <p:cNvSpPr>
            <a:spLocks xmlns:a="http://schemas.openxmlformats.org/drawingml/2006/main" noGrp="1"/>
          </p:cNvSpPr>
          <p:nvPr/>
        </p:nvSpPr>
        <p:spPr>
          <a:xfrm xmlns:a="http://schemas.openxmlformats.org/drawingml/2006/main">
            <a:off x="990600" y="5400675"/>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지원 기기의 공유창 이용</a:t>
            </a:r>
          </a:p>
        </p:txBody>
      </p:sp>
      <p:sp>
        <p:nvSpPr>
          <p:cNvPr id="14" name="↓">
            <a:extLst xmlns:a="http://schemas.openxmlformats.org/drawingml/2006/main">
              <a:ext uri="{FF2B5EF4-FFF2-40B4-BE49-F238E27FC236}">
                <a16:creationId xmlns:a16="http://schemas.microsoft.com/office/drawing/2014/main" id="{0B7E0E8C-3504-46D5-A51C-D13CFD563236}"/>
              </a:ext>
            </a:extLst>
          </p:cNvPr>
          <p:cNvSpPr>
            <a:spLocks xmlns:a="http://schemas.openxmlformats.org/drawingml/2006/main" noGrp="1"/>
          </p:cNvSpPr>
          <p:nvPr/>
        </p:nvSpPr>
        <p:spPr>
          <a:xfrm xmlns:a="http://schemas.openxmlformats.org/drawingml/2006/main">
            <a:off x="552450" y="5438775"/>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5" name="03">
            <a:extLst xmlns:a="http://schemas.openxmlformats.org/drawingml/2006/main">
              <a:ext uri="{FF2B5EF4-FFF2-40B4-BE49-F238E27FC236}">
                <a16:creationId xmlns:a16="http://schemas.microsoft.com/office/drawing/2014/main" id="{DDE294BD-DD42-42DE-BF3C-9311AFB6E14D}"/>
              </a:ext>
            </a:extLst>
          </p:cNvPr>
          <p:cNvSpPr>
            <a:spLocks xmlns:a="http://schemas.openxmlformats.org/drawingml/2006/main" noGrp="1"/>
          </p:cNvSpPr>
          <p:nvPr/>
        </p:nvSpPr>
        <p:spPr>
          <a:xfrm xmlns:a="http://schemas.openxmlformats.org/drawingml/2006/main">
            <a:off x="495300" y="574357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03</a:t>
            </a:r>
          </a:p>
        </p:txBody>
      </p:sp>
      <p:sp>
        <p:nvSpPr>
          <p:cNvPr id="16" name="공개안으로 참여 연결">
            <a:extLst xmlns:a="http://schemas.openxmlformats.org/drawingml/2006/main">
              <a:ext uri="{FF2B5EF4-FFF2-40B4-BE49-F238E27FC236}">
                <a16:creationId xmlns:a16="http://schemas.microsoft.com/office/drawing/2014/main" id="{885BA112-B49C-4BBF-AC32-CA9310E8541D}"/>
              </a:ext>
            </a:extLst>
          </p:cNvPr>
          <p:cNvSpPr>
            <a:spLocks xmlns:a="http://schemas.openxmlformats.org/drawingml/2006/main" noGrp="1"/>
          </p:cNvSpPr>
          <p:nvPr/>
        </p:nvSpPr>
        <p:spPr>
          <a:xfrm xmlns:a="http://schemas.openxmlformats.org/drawingml/2006/main">
            <a:off x="990600" y="574357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공개안으로 참여 연결</a:t>
            </a:r>
          </a:p>
        </p:txBody>
      </p:sp>
      <p:sp>
        <p:nvSpPr>
          <p:cNvPr id="17" name="링크 스티커 또는 QR로 제안">
            <a:extLst xmlns:a="http://schemas.openxmlformats.org/drawingml/2006/main">
              <a:ext uri="{FF2B5EF4-FFF2-40B4-BE49-F238E27FC236}">
                <a16:creationId xmlns:a16="http://schemas.microsoft.com/office/drawing/2014/main" id="{46B5957B-BD6D-451E-867E-8E4BB00B8D81}"/>
              </a:ext>
            </a:extLst>
          </p:cNvPr>
          <p:cNvSpPr>
            <a:spLocks xmlns:a="http://schemas.openxmlformats.org/drawingml/2006/main" noGrp="1"/>
          </p:cNvSpPr>
          <p:nvPr/>
        </p:nvSpPr>
        <p:spPr>
          <a:xfrm xmlns:a="http://schemas.openxmlformats.org/drawingml/2006/main">
            <a:off x="990600" y="605790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링크 스티커 또는 QR로 제안</a:t>
            </a:r>
          </a:p>
        </p:txBody>
      </p:sp>
      <p:sp>
        <p:nvSpPr>
          <p:cNvPr id="18" name="이번 휴가 한 장">
            <a:extLst xmlns:a="http://schemas.openxmlformats.org/drawingml/2006/main">
              <a:ext uri="{FF2B5EF4-FFF2-40B4-BE49-F238E27FC236}">
                <a16:creationId xmlns:a16="http://schemas.microsoft.com/office/drawing/2014/main" id="{450B4C07-8CF2-4837-8B7A-AE3896D07915}"/>
              </a:ext>
            </a:extLst>
          </p:cNvPr>
          <p:cNvSpPr>
            <a:spLocks xmlns:a="http://schemas.openxmlformats.org/drawingml/2006/main" noGrp="1"/>
          </p:cNvSpPr>
          <p:nvPr/>
        </p:nvSpPr>
        <p:spPr>
          <a:xfrm xmlns:a="http://schemas.openxmlformats.org/drawingml/2006/main">
            <a:off x="5067300" y="1257300"/>
            <a:ext cx="2809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이번 휴가 한 장</a:t>
            </a:r>
          </a:p>
        </p:txBody>
      </p:sp>
      <p:sp>
        <p:nvSpPr>
          <p:cNvPr id="19" name="고성 · 별도 체험 예시">
            <a:extLst xmlns:a="http://schemas.openxmlformats.org/drawingml/2006/main">
              <a:ext uri="{FF2B5EF4-FFF2-40B4-BE49-F238E27FC236}">
                <a16:creationId xmlns:a16="http://schemas.microsoft.com/office/drawing/2014/main" id="{D53C29F3-6E72-44C2-8620-E206E9B4A236}"/>
              </a:ext>
            </a:extLst>
          </p:cNvPr>
          <p:cNvSpPr>
            <a:spLocks xmlns:a="http://schemas.openxmlformats.org/drawingml/2006/main" noGrp="1"/>
          </p:cNvSpPr>
          <p:nvPr/>
        </p:nvSpPr>
        <p:spPr>
          <a:xfrm xmlns:a="http://schemas.openxmlformats.org/drawingml/2006/main">
            <a:off x="8743950" y="1257300"/>
            <a:ext cx="2819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고성 · 별도 체험 예시</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9403d681a4b54672"/>
          <a:stretch xmlns:a="http://schemas.openxmlformats.org/drawingml/2006/main"/>
        </p:blipFill>
        <p:spPr>
          <a:xfrm xmlns:a="http://schemas.openxmlformats.org/drawingml/2006/main">
            <a:off x="5015805" y="1733550"/>
            <a:ext cx="2598539" cy="4619625"/>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bde2756e039d4302"/>
          <a:stretch xmlns:a="http://schemas.openxmlformats.org/drawingml/2006/main"/>
        </p:blipFill>
        <p:spPr>
          <a:xfrm xmlns:a="http://schemas.openxmlformats.org/drawingml/2006/main">
            <a:off x="8644830" y="1733550"/>
            <a:ext cx="2598539" cy="4619625"/>
          </a:xfrm>
          <a:prstGeom xmlns:a="http://schemas.openxmlformats.org/drawingml/2006/main" prst="rect">
            <a:avLst/>
          </a:prstGeom>
        </p:spPr>
      </p:pic>
      <p:sp>
        <p:nvSpPr>
          <p:cNvPr id="22" name="15">
            <a:extLst xmlns:a="http://schemas.openxmlformats.org/drawingml/2006/main">
              <a:ext uri="{FF2B5EF4-FFF2-40B4-BE49-F238E27FC236}">
                <a16:creationId xmlns:a16="http://schemas.microsoft.com/office/drawing/2014/main" id="{F21B3D8E-C0A9-4CE4-B902-B8019B0E2F3C}"/>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15</a:t>
            </a:r>
          </a:p>
        </p:txBody>
      </p:sp>
    </p:spTree>
    <p:extLst>
      <p:ext uri="{BB962C8B-B14F-4D97-AF65-F5344CB8AC3E}">
        <p14:creationId xmlns:p14="http://schemas.microsoft.com/office/powerpoint/2010/main" val="671940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7" name="API명">
            <a:extLst xmlns:a="http://schemas.openxmlformats.org/drawingml/2006/main">
              <a:ext uri="{FF2B5EF4-FFF2-40B4-BE49-F238E27FC236}">
                <a16:creationId xmlns:a16="http://schemas.microsoft.com/office/drawing/2014/main" id="{6F7DB644-4D68-4947-8432-F99458F2B18D}"/>
              </a:ext>
            </a:extLst>
          </p:cNvPr>
          <p:cNvSpPr>
            <a:spLocks xmlns:a="http://schemas.openxmlformats.org/drawingml/2006/main" noGrp="1"/>
          </p:cNvSpPr>
          <p:nvPr/>
        </p:nvSpPr>
        <p:spPr>
          <a:xfrm xmlns:a="http://schemas.openxmlformats.org/drawingml/2006/main">
            <a:off x="495300" y="12477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SemiBold"/>
                <a:ea typeface="Pretendard SemiBold"/>
                <a:cs typeface="Pretendard SemiBold"/>
              </a:defRPr>
            </a:pPr>
            <a:r>
              <a:rPr sz="1500">
                <a:solidFill>
                  <a:srgbClr val="647579"/>
                </a:solidFill>
                <a:latin typeface="Pretendard SemiBold"/>
                <a:ea typeface="Pretendard SemiBold"/>
                <a:cs typeface="Pretendard SemiBold"/>
              </a:rPr>
              <a:t>API명</a:t>
            </a:r>
          </a:p>
        </p:txBody>
      </p:sp>
      <p:sp>
        <p:nvSpPr>
          <p:cNvPr id="2" name="상세설명 · 서비스 활용">
            <a:extLst xmlns:a="http://schemas.openxmlformats.org/drawingml/2006/main">
              <a:ext uri="{FF2B5EF4-FFF2-40B4-BE49-F238E27FC236}">
                <a16:creationId xmlns:a16="http://schemas.microsoft.com/office/drawing/2014/main" id="{2034EC0E-B5D7-4834-9B5C-B3407054E6EB}"/>
              </a:ext>
            </a:extLst>
          </p:cNvPr>
          <p:cNvSpPr>
            <a:spLocks xmlns:a="http://schemas.openxmlformats.org/drawingml/2006/main" noGrp="1"/>
          </p:cNvSpPr>
          <p:nvPr/>
        </p:nvSpPr>
        <p:spPr>
          <a:xfrm xmlns:a="http://schemas.openxmlformats.org/drawingml/2006/main">
            <a:off x="3505200" y="1247775"/>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SemiBold"/>
                <a:ea typeface="Pretendard SemiBold"/>
                <a:cs typeface="Pretendard SemiBold"/>
              </a:defRPr>
            </a:pPr>
            <a:r>
              <a:rPr sz="1500">
                <a:solidFill>
                  <a:srgbClr val="647579"/>
                </a:solidFill>
                <a:latin typeface="Pretendard SemiBold"/>
                <a:ea typeface="Pretendard SemiBold"/>
                <a:cs typeface="Pretendard SemiBold"/>
              </a:rPr>
              <a:t>상세설명 · 서비스 활용</a:t>
            </a:r>
          </a:p>
        </p:txBody>
      </p:sp>
      <p:sp>
        <p:nvSpPr>
          <p:cNvPr id="3" name="적용 화면">
            <a:extLst xmlns:a="http://schemas.openxmlformats.org/drawingml/2006/main">
              <a:ext uri="{FF2B5EF4-FFF2-40B4-BE49-F238E27FC236}">
                <a16:creationId xmlns:a16="http://schemas.microsoft.com/office/drawing/2014/main" id="{304D2380-0B2A-47E3-96EE-C77AEBFAFD1D}"/>
              </a:ext>
            </a:extLst>
          </p:cNvPr>
          <p:cNvSpPr>
            <a:spLocks xmlns:a="http://schemas.openxmlformats.org/drawingml/2006/main" noGrp="1"/>
          </p:cNvSpPr>
          <p:nvPr/>
        </p:nvSpPr>
        <p:spPr>
          <a:xfrm xmlns:a="http://schemas.openxmlformats.org/drawingml/2006/main">
            <a:off x="8934450" y="1247775"/>
            <a:ext cx="2619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SemiBold"/>
                <a:ea typeface="Pretendard SemiBold"/>
                <a:cs typeface="Pretendard SemiBold"/>
              </a:defRPr>
            </a:pPr>
            <a:r>
              <a:rPr sz="1500">
                <a:solidFill>
                  <a:srgbClr val="647579"/>
                </a:solidFill>
                <a:latin typeface="Pretendard SemiBold"/>
                <a:ea typeface="Pretendard SemiBold"/>
                <a:cs typeface="Pretendard SemiBold"/>
              </a:rPr>
              <a:t>적용 화면</a:t>
            </a:r>
          </a:p>
        </p:txBody>
      </p:sp>
      <p:sp>
        <p:nvSpPr>
          <p:cNvPr id="4" name="section divider">
            <a:extLst xmlns:a="http://schemas.openxmlformats.org/drawingml/2006/main">
              <a:ext uri="{FF2B5EF4-FFF2-40B4-BE49-F238E27FC236}">
                <a16:creationId xmlns:a16="http://schemas.microsoft.com/office/drawing/2014/main" id="{3C3B677A-B2DC-4C46-A3D5-C706671A0B52}"/>
              </a:ext>
            </a:extLst>
          </p:cNvPr>
          <p:cNvSpPr>
            <a:spLocks xmlns:a="http://schemas.openxmlformats.org/drawingml/2006/main" noGrp="1"/>
          </p:cNvSpPr>
          <p:nvPr/>
        </p:nvSpPr>
        <p:spPr>
          <a:xfrm xmlns:a="http://schemas.openxmlformats.org/drawingml/2006/main">
            <a:off x="495300" y="1685925"/>
            <a:ext cx="11049000" cy="0"/>
          </a:xfrm>
          <a:prstGeom xmlns:a="http://schemas.openxmlformats.org/drawingml/2006/main" prst="line">
            <a:avLst/>
          </a:prstGeom>
          <a:noFill xmlns:a="http://schemas.openxmlformats.org/drawingml/2006/main"/>
          <a:ln xmlns:a="http://schemas.openxmlformats.org/drawingml/2006/main" w="9525">
            <a:solidFill>
              <a:srgbClr val="D9E2E1"/>
            </a:solidFill>
          </a:ln>
        </p:spPr>
      </p:sp>
      <p:sp>
        <p:nvSpPr>
          <p:cNvPr id="5" name="국문 관광정보 서비스_GW">
            <a:extLst xmlns:a="http://schemas.openxmlformats.org/drawingml/2006/main">
              <a:ext uri="{FF2B5EF4-FFF2-40B4-BE49-F238E27FC236}">
                <a16:creationId xmlns:a16="http://schemas.microsoft.com/office/drawing/2014/main" id="{10F2D273-3029-4FDC-A372-8FC6C41888B1}"/>
              </a:ext>
            </a:extLst>
          </p:cNvPr>
          <p:cNvSpPr>
            <a:spLocks xmlns:a="http://schemas.openxmlformats.org/drawingml/2006/main" noGrp="1"/>
          </p:cNvSpPr>
          <p:nvPr/>
        </p:nvSpPr>
        <p:spPr>
          <a:xfrm xmlns:a="http://schemas.openxmlformats.org/drawingml/2006/main">
            <a:off x="495300" y="1943100"/>
            <a:ext cx="276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246568"/>
                </a:solidFill>
                <a:latin typeface="Pretendard SemiBold"/>
                <a:ea typeface="Pretendard SemiBold"/>
                <a:cs typeface="Pretendard SemiBold"/>
              </a:defRPr>
            </a:pPr>
            <a:r>
              <a:rPr sz="2100">
                <a:solidFill>
                  <a:srgbClr val="246568"/>
                </a:solidFill>
                <a:latin typeface="Pretendard SemiBold"/>
                <a:ea typeface="Pretendard SemiBold"/>
                <a:cs typeface="Pretendard SemiBold"/>
              </a:rPr>
              <a:t>국문 관광정보</a:t>
            </a:r>
          </a:p>
          <a:p xmlns:a="http://schemas.openxmlformats.org/drawingml/2006/main">
            <a:pPr algn="l">
              <a:defRPr sz="2100">
                <a:solidFill>
                  <a:srgbClr val="246568"/>
                </a:solidFill>
                <a:latin typeface="Pretendard SemiBold"/>
                <a:ea typeface="Pretendard SemiBold"/>
                <a:cs typeface="Pretendard SemiBold"/>
              </a:defRPr>
            </a:pPr>
            <a:r>
              <a:rPr sz="2100">
                <a:solidFill>
                  <a:srgbClr val="246568"/>
                </a:solidFill>
                <a:latin typeface="Pretendard SemiBold"/>
                <a:ea typeface="Pretendard SemiBold"/>
                <a:cs typeface="Pretendard SemiBold"/>
              </a:rPr>
              <a:t>서비스_GW</a:t>
            </a:r>
          </a:p>
        </p:txBody>
      </p:sp>
      <p:sp>
        <p:nvSpPr>
          <p:cNvPr id="6" name="KorService2">
            <a:extLst xmlns:a="http://schemas.openxmlformats.org/drawingml/2006/main">
              <a:ext uri="{FF2B5EF4-FFF2-40B4-BE49-F238E27FC236}">
                <a16:creationId xmlns:a16="http://schemas.microsoft.com/office/drawing/2014/main" id="{CDFC7EE0-FA09-4B2A-A486-6A6531FC1310}"/>
              </a:ext>
            </a:extLst>
          </p:cNvPr>
          <p:cNvSpPr>
            <a:spLocks xmlns:a="http://schemas.openxmlformats.org/drawingml/2006/main" noGrp="1"/>
          </p:cNvSpPr>
          <p:nvPr/>
        </p:nvSpPr>
        <p:spPr>
          <a:xfrm xmlns:a="http://schemas.openxmlformats.org/drawingml/2006/main">
            <a:off x="495300" y="28765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647579"/>
                </a:solidFill>
                <a:latin typeface="Pretendard"/>
                <a:ea typeface="Pretendard"/>
                <a:cs typeface="Pretendard"/>
              </a:defRPr>
            </a:pPr>
            <a:r>
              <a:rPr sz="1425">
                <a:solidFill>
                  <a:srgbClr val="647579"/>
                </a:solidFill>
                <a:latin typeface="Pretendard"/>
                <a:ea typeface="Pretendard"/>
                <a:cs typeface="Pretendard"/>
              </a:rPr>
              <a:t>KorService2</a:t>
            </a:r>
          </a:p>
        </p:txBody>
      </p:sp>
      <p:sp>
        <p:nvSpPr>
          <p:cNvPr id="7" name="장소명·주소·좌표·사진·운영정보">
            <a:extLst xmlns:a="http://schemas.openxmlformats.org/drawingml/2006/main">
              <a:ext uri="{FF2B5EF4-FFF2-40B4-BE49-F238E27FC236}">
                <a16:creationId xmlns:a16="http://schemas.microsoft.com/office/drawing/2014/main" id="{B5B2B4B2-42D4-4135-9776-0D3464D03E1A}"/>
              </a:ext>
            </a:extLst>
          </p:cNvPr>
          <p:cNvSpPr>
            <a:spLocks xmlns:a="http://schemas.openxmlformats.org/drawingml/2006/main" noGrp="1"/>
          </p:cNvSpPr>
          <p:nvPr/>
        </p:nvSpPr>
        <p:spPr>
          <a:xfrm xmlns:a="http://schemas.openxmlformats.org/drawingml/2006/main">
            <a:off x="3505200" y="1933575"/>
            <a:ext cx="5181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a:solidFill>
                  <a:srgbClr val="22383E"/>
                </a:solidFill>
                <a:latin typeface="Pretendard SemiBold"/>
                <a:ea typeface="Pretendard SemiBold"/>
                <a:cs typeface="Pretendard SemiBold"/>
              </a:defRPr>
            </a:pPr>
            <a:r>
              <a:rPr sz="1875">
                <a:solidFill>
                  <a:srgbClr val="22383E"/>
                </a:solidFill>
                <a:latin typeface="Pretendard SemiBold"/>
                <a:ea typeface="Pretendard SemiBold"/>
                <a:cs typeface="Pretendard SemiBold"/>
              </a:rPr>
              <a:t>장소명·주소·좌표·사진·운영정보</a:t>
            </a:r>
          </a:p>
        </p:txBody>
      </p:sp>
      <p:sp>
        <p:nvSpPr>
          <p:cNvPr id="8" name="관광지·음식점·숙박 등 장소 검색 선택한 장소로 일정표와 지도 구성 좌표를 이용해 이동">
            <a:extLst xmlns:a="http://schemas.openxmlformats.org/drawingml/2006/main">
              <a:ext uri="{FF2B5EF4-FFF2-40B4-BE49-F238E27FC236}">
                <a16:creationId xmlns:a16="http://schemas.microsoft.com/office/drawing/2014/main" id="{F5DED3CD-F995-4C97-AA06-C5331DB3E046}"/>
              </a:ext>
            </a:extLst>
          </p:cNvPr>
          <p:cNvSpPr>
            <a:spLocks xmlns:a="http://schemas.openxmlformats.org/drawingml/2006/main" noGrp="1"/>
          </p:cNvSpPr>
          <p:nvPr/>
        </p:nvSpPr>
        <p:spPr>
          <a:xfrm xmlns:a="http://schemas.openxmlformats.org/drawingml/2006/main">
            <a:off x="3505200" y="2447925"/>
            <a:ext cx="5238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a:ea typeface="Pretendard"/>
                <a:cs typeface="Pretendard"/>
              </a:defRPr>
            </a:pPr>
            <a:r>
              <a:rPr sz="1800">
                <a:solidFill>
                  <a:srgbClr val="22383E"/>
                </a:solidFill>
                <a:latin typeface="Pretendard"/>
                <a:ea typeface="Pretendard"/>
                <a:cs typeface="Pretendard"/>
              </a:rPr>
              <a:t>7개 유형 검색·목록 추가 조회</a:t>
            </a:r>
          </a:p>
          <a:p xmlns:a="http://schemas.openxmlformats.org/drawingml/2006/main">
            <a:pPr algn="l">
              <a:defRPr sz="1800">
                <a:solidFill>
                  <a:srgbClr val="22383E"/>
                </a:solidFill>
                <a:latin typeface="Pretendard"/>
                <a:ea typeface="Pretendard"/>
                <a:cs typeface="Pretendard"/>
              </a:defRPr>
            </a:pPr>
            <a:r>
              <a:rPr sz="1800">
                <a:solidFill>
                  <a:srgbClr val="22383E"/>
                </a:solidFill>
                <a:latin typeface="Pretendard"/>
                <a:ea typeface="Pretendard"/>
                <a:cs typeface="Pretendard"/>
              </a:rPr>
              <a:t>선택한 장소로 일정표와 지도 구성</a:t>
            </a:r>
          </a:p>
          <a:p xmlns:a="http://schemas.openxmlformats.org/drawingml/2006/main">
            <a:pPr algn="l">
              <a:defRPr sz="1800">
                <a:solidFill>
                  <a:srgbClr val="22383E"/>
                </a:solidFill>
                <a:latin typeface="Pretendard"/>
                <a:ea typeface="Pretendard"/>
                <a:cs typeface="Pretendard"/>
              </a:defRPr>
            </a:pPr>
            <a:r>
              <a:rPr sz="1800">
                <a:solidFill>
                  <a:srgbClr val="22383E"/>
                </a:solidFill>
                <a:latin typeface="Pretendard"/>
                <a:ea typeface="Pretendard"/>
                <a:cs typeface="Pretendard"/>
              </a:rPr>
              <a:t>좌표를 활용한 이동시간 추정</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e4d8ebe976d14037"/>
          <a:srcRect xmlns:a="http://schemas.openxmlformats.org/drawingml/2006/main" l="4500" t="39500" r="4500" b="27100"/>
          <a:stretch xmlns:a="http://schemas.openxmlformats.org/drawingml/2006/main">
            <a:fillRect l="0" t="0" r="0" b="0"/>
          </a:stretch>
        </p:blipFill>
        <p:spPr>
          <a:xfrm xmlns:a="http://schemas.openxmlformats.org/drawingml/2006/main">
            <a:off x="8917981" y="1857375"/>
            <a:ext cx="2566588" cy="1971675"/>
          </a:xfrm>
          <a:prstGeom xmlns:a="http://schemas.openxmlformats.org/drawingml/2006/main" prst="rect">
            <a:avLst/>
          </a:prstGeom>
        </p:spPr>
      </p:pic>
      <p:sp>
        <p:nvSpPr>
          <p:cNvPr id="10" name="section divider">
            <a:extLst xmlns:a="http://schemas.openxmlformats.org/drawingml/2006/main">
              <a:ext uri="{FF2B5EF4-FFF2-40B4-BE49-F238E27FC236}">
                <a16:creationId xmlns:a16="http://schemas.microsoft.com/office/drawing/2014/main" id="{9E5CA62D-FB11-4225-9BEA-161FBFFCEE4C}"/>
              </a:ext>
            </a:extLst>
          </p:cNvPr>
          <p:cNvSpPr>
            <a:spLocks xmlns:a="http://schemas.openxmlformats.org/drawingml/2006/main" noGrp="1"/>
          </p:cNvSpPr>
          <p:nvPr/>
        </p:nvSpPr>
        <p:spPr>
          <a:xfrm xmlns:a="http://schemas.openxmlformats.org/drawingml/2006/main">
            <a:off x="495300" y="4038600"/>
            <a:ext cx="11049000" cy="0"/>
          </a:xfrm>
          <a:prstGeom xmlns:a="http://schemas.openxmlformats.org/drawingml/2006/main" prst="line">
            <a:avLst/>
          </a:prstGeom>
          <a:noFill xmlns:a="http://schemas.openxmlformats.org/drawingml/2006/main"/>
          <a:ln xmlns:a="http://schemas.openxmlformats.org/drawingml/2006/main" w="9525">
            <a:solidFill>
              <a:srgbClr val="D9E2E1"/>
            </a:solidFill>
          </a:ln>
        </p:spPr>
      </p:sp>
      <p:sp>
        <p:nvSpPr>
          <p:cNvPr id="11" name="무장애 여행 정보">
            <a:extLst xmlns:a="http://schemas.openxmlformats.org/drawingml/2006/main">
              <a:ext uri="{FF2B5EF4-FFF2-40B4-BE49-F238E27FC236}">
                <a16:creationId xmlns:a16="http://schemas.microsoft.com/office/drawing/2014/main" id="{4C74CFB3-5B3D-405E-97B8-BE515C798020}"/>
              </a:ext>
            </a:extLst>
          </p:cNvPr>
          <p:cNvSpPr>
            <a:spLocks xmlns:a="http://schemas.openxmlformats.org/drawingml/2006/main" noGrp="1"/>
          </p:cNvSpPr>
          <p:nvPr/>
        </p:nvSpPr>
        <p:spPr>
          <a:xfrm xmlns:a="http://schemas.openxmlformats.org/drawingml/2006/main">
            <a:off x="495300" y="4362450"/>
            <a:ext cx="2886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246568"/>
                </a:solidFill>
                <a:latin typeface="Pretendard SemiBold"/>
                <a:ea typeface="Pretendard SemiBold"/>
                <a:cs typeface="Pretendard SemiBold"/>
              </a:defRPr>
            </a:pPr>
            <a:r>
              <a:rPr sz="2100">
                <a:solidFill>
                  <a:srgbClr val="246568"/>
                </a:solidFill>
                <a:latin typeface="Pretendard SemiBold"/>
                <a:ea typeface="Pretendard SemiBold"/>
                <a:cs typeface="Pretendard SemiBold"/>
              </a:rPr>
              <a:t>무장애 여행 정보</a:t>
            </a:r>
          </a:p>
        </p:txBody>
      </p:sp>
      <p:sp>
        <p:nvSpPr>
          <p:cNvPr id="12" name="KorWithService2">
            <a:extLst xmlns:a="http://schemas.openxmlformats.org/drawingml/2006/main">
              <a:ext uri="{FF2B5EF4-FFF2-40B4-BE49-F238E27FC236}">
                <a16:creationId xmlns:a16="http://schemas.microsoft.com/office/drawing/2014/main" id="{D453C32F-FF33-408A-957A-B0B9505466AA}"/>
              </a:ext>
            </a:extLst>
          </p:cNvPr>
          <p:cNvSpPr>
            <a:spLocks xmlns:a="http://schemas.openxmlformats.org/drawingml/2006/main" noGrp="1"/>
          </p:cNvSpPr>
          <p:nvPr/>
        </p:nvSpPr>
        <p:spPr>
          <a:xfrm xmlns:a="http://schemas.openxmlformats.org/drawingml/2006/main">
            <a:off x="495300" y="48768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647579"/>
                </a:solidFill>
                <a:latin typeface="Pretendard"/>
                <a:ea typeface="Pretendard"/>
                <a:cs typeface="Pretendard"/>
              </a:defRPr>
            </a:pPr>
            <a:r>
              <a:rPr sz="1425">
                <a:solidFill>
                  <a:srgbClr val="647579"/>
                </a:solidFill>
                <a:latin typeface="Pretendard"/>
                <a:ea typeface="Pretendard"/>
                <a:cs typeface="Pretendard"/>
              </a:rPr>
              <a:t>KorWithService2</a:t>
            </a:r>
          </a:p>
        </p:txBody>
      </p:sp>
      <p:sp>
        <p:nvSpPr>
          <p:cNvPr id="13" name="주차·접근로·휠체어·편의시설">
            <a:extLst xmlns:a="http://schemas.openxmlformats.org/drawingml/2006/main">
              <a:ext uri="{FF2B5EF4-FFF2-40B4-BE49-F238E27FC236}">
                <a16:creationId xmlns:a16="http://schemas.microsoft.com/office/drawing/2014/main" id="{9F7CEC9A-5DE1-4085-B9F5-1FD9BCB399D7}"/>
              </a:ext>
            </a:extLst>
          </p:cNvPr>
          <p:cNvSpPr>
            <a:spLocks xmlns:a="http://schemas.openxmlformats.org/drawingml/2006/main" noGrp="1"/>
          </p:cNvSpPr>
          <p:nvPr/>
        </p:nvSpPr>
        <p:spPr>
          <a:xfrm xmlns:a="http://schemas.openxmlformats.org/drawingml/2006/main">
            <a:off x="3505200" y="43434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a:solidFill>
                  <a:srgbClr val="22383E"/>
                </a:solidFill>
                <a:latin typeface="Pretendard SemiBold"/>
                <a:ea typeface="Pretendard SemiBold"/>
                <a:cs typeface="Pretendard SemiBold"/>
              </a:defRPr>
            </a:pPr>
            <a:r>
              <a:rPr sz="1875">
                <a:solidFill>
                  <a:srgbClr val="22383E"/>
                </a:solidFill>
                <a:latin typeface="Pretendard SemiBold"/>
                <a:ea typeface="Pretendard SemiBold"/>
                <a:cs typeface="Pretendard SemiBold"/>
              </a:rPr>
              <a:t>주차·접근로·휠체어·편의시설</a:t>
            </a:r>
          </a:p>
        </p:txBody>
      </p:sp>
      <p:sp>
        <p:nvSpPr>
          <p:cNvPr id="14" name="장소별 동행 편의정보 확인 부모·가족의 방문 조건 검토 이용 가능한 시설 안내를 상세에">
            <a:extLst xmlns:a="http://schemas.openxmlformats.org/drawingml/2006/main">
              <a:ext uri="{FF2B5EF4-FFF2-40B4-BE49-F238E27FC236}">
                <a16:creationId xmlns:a16="http://schemas.microsoft.com/office/drawing/2014/main" id="{5CAF90F4-29FD-43BF-8296-3890D71210BB}"/>
              </a:ext>
            </a:extLst>
          </p:cNvPr>
          <p:cNvSpPr>
            <a:spLocks xmlns:a="http://schemas.openxmlformats.org/drawingml/2006/main" noGrp="1"/>
          </p:cNvSpPr>
          <p:nvPr/>
        </p:nvSpPr>
        <p:spPr>
          <a:xfrm xmlns:a="http://schemas.openxmlformats.org/drawingml/2006/main">
            <a:off x="3505200" y="4867275"/>
            <a:ext cx="5238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a:ea typeface="Pretendard"/>
                <a:cs typeface="Pretendard"/>
              </a:defRPr>
            </a:pPr>
            <a:r>
              <a:rPr sz="1800">
                <a:solidFill>
                  <a:srgbClr val="22383E"/>
                </a:solidFill>
                <a:latin typeface="Pretendard"/>
                <a:ea typeface="Pretendard"/>
                <a:cs typeface="Pretendard"/>
              </a:rPr>
              <a:t>장소별 동행 편의정보 확인</a:t>
            </a:r>
          </a:p>
          <a:p xmlns:a="http://schemas.openxmlformats.org/drawingml/2006/main">
            <a:pPr algn="l">
              <a:defRPr sz="1800">
                <a:solidFill>
                  <a:srgbClr val="22383E"/>
                </a:solidFill>
                <a:latin typeface="Pretendard"/>
                <a:ea typeface="Pretendard"/>
                <a:cs typeface="Pretendard"/>
              </a:defRPr>
            </a:pPr>
            <a:r>
              <a:rPr sz="1800">
                <a:solidFill>
                  <a:srgbClr val="22383E"/>
                </a:solidFill>
                <a:latin typeface="Pretendard"/>
                <a:ea typeface="Pretendard"/>
                <a:cs typeface="Pretendard"/>
              </a:rPr>
              <a:t>부모·가족의 방문 조건 검토</a:t>
            </a:r>
          </a:p>
          <a:p xmlns:a="http://schemas.openxmlformats.org/drawingml/2006/main">
            <a:pPr algn="l">
              <a:defRPr sz="1800">
                <a:solidFill>
                  <a:srgbClr val="22383E"/>
                </a:solidFill>
                <a:latin typeface="Pretendard"/>
                <a:ea typeface="Pretendard"/>
                <a:cs typeface="Pretendard"/>
              </a:defRPr>
            </a:pPr>
            <a:r>
              <a:rPr sz="1800">
                <a:solidFill>
                  <a:srgbClr val="22383E"/>
                </a:solidFill>
                <a:latin typeface="Pretendard"/>
                <a:ea typeface="Pretendard"/>
                <a:cs typeface="Pretendard"/>
              </a:rPr>
              <a:t>이용 가능한 시설 안내를 상세에 표시</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9df9c168db554525"/>
          <a:srcRect xmlns:a="http://schemas.openxmlformats.org/drawingml/2006/main" l="4500" t="54100" r="4500" b="21800"/>
          <a:stretch xmlns:a="http://schemas.openxmlformats.org/drawingml/2006/main">
            <a:fillRect l="0" t="0" r="0" b="0"/>
          </a:stretch>
        </p:blipFill>
        <p:spPr>
          <a:xfrm xmlns:a="http://schemas.openxmlformats.org/drawingml/2006/main">
            <a:off x="8743950" y="4481674"/>
            <a:ext cx="2800350" cy="1552251"/>
          </a:xfrm>
          <a:prstGeom xmlns:a="http://schemas.openxmlformats.org/drawingml/2006/main" prst="rect">
            <a:avLst/>
          </a:prstGeom>
        </p:spPr>
      </p:pic>
      <p:sp>
        <p:nvSpPr>
          <p:cNvPr id="16" name="16">
            <a:extLst xmlns:a="http://schemas.openxmlformats.org/drawingml/2006/main">
              <a:ext uri="{FF2B5EF4-FFF2-40B4-BE49-F238E27FC236}">
                <a16:creationId xmlns:a16="http://schemas.microsoft.com/office/drawing/2014/main" id="{4A40D184-F7FF-495E-BB63-A3C9F943263C}"/>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16</a:t>
            </a:r>
          </a:p>
        </p:txBody>
      </p:sp>
    </p:spTree>
    <p:extLst>
      <p:ext uri="{BB962C8B-B14F-4D97-AF65-F5344CB8AC3E}">
        <p14:creationId xmlns:p14="http://schemas.microsoft.com/office/powerpoint/2010/main" val="222294703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 name="접경지역 관광 자료">
            <a:extLst xmlns:a="http://schemas.openxmlformats.org/drawingml/2006/main">
              <a:ext uri="{FF2B5EF4-FFF2-40B4-BE49-F238E27FC236}">
                <a16:creationId xmlns:a16="http://schemas.microsoft.com/office/drawing/2014/main" id="{8F076E56-3DD3-41B4-BCD2-413544E9C650}"/>
              </a:ext>
            </a:extLst>
          </p:cNvPr>
          <p:cNvSpPr>
            <a:spLocks xmlns:a="http://schemas.openxmlformats.org/drawingml/2006/main" noGrp="1"/>
          </p:cNvSpPr>
          <p:nvPr/>
        </p:nvSpPr>
        <p:spPr>
          <a:xfrm xmlns:a="http://schemas.openxmlformats.org/drawingml/2006/main">
            <a:off x="495300" y="1285875"/>
            <a:ext cx="357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246568"/>
                </a:solidFill>
                <a:latin typeface="Pretendard SemiBold"/>
                <a:ea typeface="Pretendard SemiBold"/>
                <a:cs typeface="Pretendard SemiBold"/>
              </a:defRPr>
            </a:pPr>
            <a:r>
              <a:rPr sz="2100">
                <a:solidFill>
                  <a:srgbClr val="246568"/>
                </a:solidFill>
                <a:latin typeface="Pretendard SemiBold"/>
                <a:ea typeface="Pretendard SemiBold"/>
                <a:cs typeface="Pretendard SemiBold"/>
              </a:rPr>
              <a:t>접경지역 관광 자료</a:t>
            </a:r>
          </a:p>
        </p:txBody>
      </p:sp>
      <p:sp>
        <p:nvSpPr>
          <p:cNvPr id="2" name="데이터명">
            <a:extLst xmlns:a="http://schemas.openxmlformats.org/drawingml/2006/main">
              <a:ext uri="{FF2B5EF4-FFF2-40B4-BE49-F238E27FC236}">
                <a16:creationId xmlns:a16="http://schemas.microsoft.com/office/drawing/2014/main" id="{E3ED93C8-6A8E-41C3-BCA3-7A0B2A3A1A1E}"/>
              </a:ext>
            </a:extLst>
          </p:cNvPr>
          <p:cNvSpPr>
            <a:spLocks xmlns:a="http://schemas.openxmlformats.org/drawingml/2006/main" noGrp="1"/>
          </p:cNvSpPr>
          <p:nvPr/>
        </p:nvSpPr>
        <p:spPr>
          <a:xfrm xmlns:a="http://schemas.openxmlformats.org/drawingml/2006/main">
            <a:off x="495300" y="19240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a:solidFill>
                  <a:srgbClr val="647579"/>
                </a:solidFill>
                <a:latin typeface="Pretendard SemiBold"/>
                <a:ea typeface="Pretendard SemiBold"/>
                <a:cs typeface="Pretendard SemiBold"/>
              </a:defRPr>
            </a:pPr>
            <a:r>
              <a:rPr sz="1275">
                <a:solidFill>
                  <a:srgbClr val="647579"/>
                </a:solidFill>
                <a:latin typeface="Pretendard SemiBold"/>
                <a:ea typeface="Pretendard SemiBold"/>
                <a:cs typeface="Pretendard SemiBold"/>
              </a:rPr>
              <a:t>데이터명</a:t>
            </a:r>
          </a:p>
        </p:txBody>
      </p:sp>
      <p:sp>
        <p:nvSpPr>
          <p:cNvPr id="3" name="통일부 DMZ 관광·카페 파일 국가보훈부 현충시설 수집본">
            <a:extLst xmlns:a="http://schemas.openxmlformats.org/drawingml/2006/main">
              <a:ext uri="{FF2B5EF4-FFF2-40B4-BE49-F238E27FC236}">
                <a16:creationId xmlns:a16="http://schemas.microsoft.com/office/drawing/2014/main" id="{713F3C97-1DDC-45E2-978B-7619A09D203B}"/>
              </a:ext>
            </a:extLst>
          </p:cNvPr>
          <p:cNvSpPr>
            <a:spLocks xmlns:a="http://schemas.openxmlformats.org/drawingml/2006/main" noGrp="1"/>
          </p:cNvSpPr>
          <p:nvPr/>
        </p:nvSpPr>
        <p:spPr>
          <a:xfrm xmlns:a="http://schemas.openxmlformats.org/drawingml/2006/main">
            <a:off x="495300" y="2276475"/>
            <a:ext cx="3562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통일부 DMZ 관광·카페 파일</a:t>
            </a:r>
          </a:p>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국가보훈부 현충시설 수집본</a:t>
            </a:r>
          </a:p>
        </p:txBody>
      </p:sp>
      <p:sp>
        <p:nvSpPr>
          <p:cNvPr id="4" name="상세설명">
            <a:extLst xmlns:a="http://schemas.openxmlformats.org/drawingml/2006/main">
              <a:ext uri="{FF2B5EF4-FFF2-40B4-BE49-F238E27FC236}">
                <a16:creationId xmlns:a16="http://schemas.microsoft.com/office/drawing/2014/main" id="{DFD12D83-3AB5-4B20-B9BD-253A2D08392B}"/>
              </a:ext>
            </a:extLst>
          </p:cNvPr>
          <p:cNvSpPr>
            <a:spLocks xmlns:a="http://schemas.openxmlformats.org/drawingml/2006/main" noGrp="1"/>
          </p:cNvSpPr>
          <p:nvPr/>
        </p:nvSpPr>
        <p:spPr>
          <a:xfrm xmlns:a="http://schemas.openxmlformats.org/drawingml/2006/main">
            <a:off x="495300" y="31051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a:solidFill>
                  <a:srgbClr val="647579"/>
                </a:solidFill>
                <a:latin typeface="Pretendard SemiBold"/>
                <a:ea typeface="Pretendard SemiBold"/>
                <a:cs typeface="Pretendard SemiBold"/>
              </a:defRPr>
            </a:pPr>
            <a:r>
              <a:rPr sz="1275">
                <a:solidFill>
                  <a:srgbClr val="647579"/>
                </a:solidFill>
                <a:latin typeface="Pretendard SemiBold"/>
                <a:ea typeface="Pretendard SemiBold"/>
                <a:cs typeface="Pretendard SemiBold"/>
              </a:rPr>
              <a:t>상세설명</a:t>
            </a:r>
          </a:p>
        </p:txBody>
      </p:sp>
      <p:sp>
        <p:nvSpPr>
          <p:cNvPr id="5" name="관광·휴식·호국 장소의 기본 후보를 구성합니다.">
            <a:extLst xmlns:a="http://schemas.openxmlformats.org/drawingml/2006/main">
              <a:ext uri="{FF2B5EF4-FFF2-40B4-BE49-F238E27FC236}">
                <a16:creationId xmlns:a16="http://schemas.microsoft.com/office/drawing/2014/main" id="{CA0D9B3F-3A6F-42F4-B780-03EB8D9FCAF7}"/>
              </a:ext>
            </a:extLst>
          </p:cNvPr>
          <p:cNvSpPr>
            <a:spLocks xmlns:a="http://schemas.openxmlformats.org/drawingml/2006/main" noGrp="1"/>
          </p:cNvSpPr>
          <p:nvPr/>
        </p:nvSpPr>
        <p:spPr>
          <a:xfrm xmlns:a="http://schemas.openxmlformats.org/drawingml/2006/main">
            <a:off x="495300" y="3476625"/>
            <a:ext cx="3571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관광·휴식·호국 장소의</a:t>
            </a:r>
          </a:p>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기본 후보를 구성합니다.</a:t>
            </a:r>
          </a:p>
        </p:txBody>
      </p:sp>
      <p:sp>
        <p:nvSpPr>
          <p:cNvPr id="6" name="기상청 단기예보">
            <a:extLst xmlns:a="http://schemas.openxmlformats.org/drawingml/2006/main">
              <a:ext uri="{FF2B5EF4-FFF2-40B4-BE49-F238E27FC236}">
                <a16:creationId xmlns:a16="http://schemas.microsoft.com/office/drawing/2014/main" id="{EFF2174D-1799-4FEC-92BE-34EF69D71172}"/>
              </a:ext>
            </a:extLst>
          </p:cNvPr>
          <p:cNvSpPr>
            <a:spLocks xmlns:a="http://schemas.openxmlformats.org/drawingml/2006/main" noGrp="1"/>
          </p:cNvSpPr>
          <p:nvPr/>
        </p:nvSpPr>
        <p:spPr>
          <a:xfrm xmlns:a="http://schemas.openxmlformats.org/drawingml/2006/main">
            <a:off x="4305300" y="1285875"/>
            <a:ext cx="357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246568"/>
                </a:solidFill>
                <a:latin typeface="Pretendard SemiBold"/>
                <a:ea typeface="Pretendard SemiBold"/>
                <a:cs typeface="Pretendard SemiBold"/>
              </a:defRPr>
            </a:pPr>
            <a:r>
              <a:rPr sz="2100">
                <a:solidFill>
                  <a:srgbClr val="246568"/>
                </a:solidFill>
                <a:latin typeface="Pretendard SemiBold"/>
                <a:ea typeface="Pretendard SemiBold"/>
                <a:cs typeface="Pretendard SemiBold"/>
              </a:rPr>
              <a:t>기상청 단기예보</a:t>
            </a:r>
          </a:p>
        </p:txBody>
      </p:sp>
      <p:sp>
        <p:nvSpPr>
          <p:cNvPr id="7" name="데이터명">
            <a:extLst xmlns:a="http://schemas.openxmlformats.org/drawingml/2006/main">
              <a:ext uri="{FF2B5EF4-FFF2-40B4-BE49-F238E27FC236}">
                <a16:creationId xmlns:a16="http://schemas.microsoft.com/office/drawing/2014/main" id="{8E7CDBFC-38A7-4CDB-A2C0-363E5E682102}"/>
              </a:ext>
            </a:extLst>
          </p:cNvPr>
          <p:cNvSpPr>
            <a:spLocks xmlns:a="http://schemas.openxmlformats.org/drawingml/2006/main" noGrp="1"/>
          </p:cNvSpPr>
          <p:nvPr/>
        </p:nvSpPr>
        <p:spPr>
          <a:xfrm xmlns:a="http://schemas.openxmlformats.org/drawingml/2006/main">
            <a:off x="4305300" y="19240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a:solidFill>
                  <a:srgbClr val="647579"/>
                </a:solidFill>
                <a:latin typeface="Pretendard SemiBold"/>
                <a:ea typeface="Pretendard SemiBold"/>
                <a:cs typeface="Pretendard SemiBold"/>
              </a:defRPr>
            </a:pPr>
            <a:r>
              <a:rPr sz="1275">
                <a:solidFill>
                  <a:srgbClr val="647579"/>
                </a:solidFill>
                <a:latin typeface="Pretendard SemiBold"/>
                <a:ea typeface="Pretendard SemiBold"/>
                <a:cs typeface="Pretendard SemiBold"/>
              </a:rPr>
              <a:t>데이터명</a:t>
            </a:r>
          </a:p>
        </p:txBody>
      </p:sp>
      <p:sp>
        <p:nvSpPr>
          <p:cNvPr id="8" name="getVilageFcst">
            <a:extLst xmlns:a="http://schemas.openxmlformats.org/drawingml/2006/main">
              <a:ext uri="{FF2B5EF4-FFF2-40B4-BE49-F238E27FC236}">
                <a16:creationId xmlns:a16="http://schemas.microsoft.com/office/drawing/2014/main" id="{32457806-8A6F-4745-8106-471D8FCC6B61}"/>
              </a:ext>
            </a:extLst>
          </p:cNvPr>
          <p:cNvSpPr>
            <a:spLocks xmlns:a="http://schemas.openxmlformats.org/drawingml/2006/main" noGrp="1"/>
          </p:cNvSpPr>
          <p:nvPr/>
        </p:nvSpPr>
        <p:spPr>
          <a:xfrm xmlns:a="http://schemas.openxmlformats.org/drawingml/2006/main">
            <a:off x="4305300" y="2276475"/>
            <a:ext cx="3562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getVilageFcst</a:t>
            </a:r>
          </a:p>
        </p:txBody>
      </p:sp>
      <p:sp>
        <p:nvSpPr>
          <p:cNvPr id="9" name="상세설명">
            <a:extLst xmlns:a="http://schemas.openxmlformats.org/drawingml/2006/main">
              <a:ext uri="{FF2B5EF4-FFF2-40B4-BE49-F238E27FC236}">
                <a16:creationId xmlns:a16="http://schemas.microsoft.com/office/drawing/2014/main" id="{8D044C96-A119-4B07-825A-63B2C1793E53}"/>
              </a:ext>
            </a:extLst>
          </p:cNvPr>
          <p:cNvSpPr>
            <a:spLocks xmlns:a="http://schemas.openxmlformats.org/drawingml/2006/main" noGrp="1"/>
          </p:cNvSpPr>
          <p:nvPr/>
        </p:nvSpPr>
        <p:spPr>
          <a:xfrm xmlns:a="http://schemas.openxmlformats.org/drawingml/2006/main">
            <a:off x="4305300" y="31051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a:solidFill>
                  <a:srgbClr val="647579"/>
                </a:solidFill>
                <a:latin typeface="Pretendard SemiBold"/>
                <a:ea typeface="Pretendard SemiBold"/>
                <a:cs typeface="Pretendard SemiBold"/>
              </a:defRPr>
            </a:pPr>
            <a:r>
              <a:rPr sz="1275">
                <a:solidFill>
                  <a:srgbClr val="647579"/>
                </a:solidFill>
                <a:latin typeface="Pretendard SemiBold"/>
                <a:ea typeface="Pretendard SemiBold"/>
                <a:cs typeface="Pretendard SemiBold"/>
              </a:rPr>
              <a:t>상세설명</a:t>
            </a:r>
          </a:p>
        </p:txBody>
      </p:sp>
      <p:sp>
        <p:nvSpPr>
          <p:cNvPr id="10" name="권역의 8시간 예보를 확인합니다. 사용자가 선택한 날씨 조건을 일정 여유에 반영합니다.">
            <a:extLst xmlns:a="http://schemas.openxmlformats.org/drawingml/2006/main">
              <a:ext uri="{FF2B5EF4-FFF2-40B4-BE49-F238E27FC236}">
                <a16:creationId xmlns:a16="http://schemas.microsoft.com/office/drawing/2014/main" id="{01519818-CEF6-41B3-BF97-FE13CB67258D}"/>
              </a:ext>
            </a:extLst>
          </p:cNvPr>
          <p:cNvSpPr>
            <a:spLocks xmlns:a="http://schemas.openxmlformats.org/drawingml/2006/main" noGrp="1"/>
          </p:cNvSpPr>
          <p:nvPr/>
        </p:nvSpPr>
        <p:spPr>
          <a:xfrm xmlns:a="http://schemas.openxmlformats.org/drawingml/2006/main">
            <a:off x="4305300" y="3476625"/>
            <a:ext cx="3571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권역의 8시간 예보를 확인합니다.</a:t>
            </a:r>
          </a:p>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사용자가 선택한 날씨 조건을</a:t>
            </a:r>
          </a:p>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일정 여유에 반영합니다.</a:t>
            </a:r>
          </a:p>
        </p:txBody>
      </p:sp>
      <p:sp>
        <p:nvSpPr>
          <p:cNvPr id="11" name="카카오맵">
            <a:extLst xmlns:a="http://schemas.openxmlformats.org/drawingml/2006/main">
              <a:ext uri="{FF2B5EF4-FFF2-40B4-BE49-F238E27FC236}">
                <a16:creationId xmlns:a16="http://schemas.microsoft.com/office/drawing/2014/main" id="{A6051BF4-D7A9-448D-95C8-B1918DD8B6D5}"/>
              </a:ext>
            </a:extLst>
          </p:cNvPr>
          <p:cNvSpPr>
            <a:spLocks xmlns:a="http://schemas.openxmlformats.org/drawingml/2006/main" noGrp="1"/>
          </p:cNvSpPr>
          <p:nvPr/>
        </p:nvSpPr>
        <p:spPr>
          <a:xfrm xmlns:a="http://schemas.openxmlformats.org/drawingml/2006/main">
            <a:off x="8115300" y="1285875"/>
            <a:ext cx="357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246568"/>
                </a:solidFill>
                <a:latin typeface="Pretendard SemiBold"/>
                <a:ea typeface="Pretendard SemiBold"/>
                <a:cs typeface="Pretendard SemiBold"/>
              </a:defRPr>
            </a:pPr>
            <a:r>
              <a:rPr sz="2100">
                <a:solidFill>
                  <a:srgbClr val="246568"/>
                </a:solidFill>
                <a:latin typeface="Pretendard SemiBold"/>
                <a:ea typeface="Pretendard SemiBold"/>
                <a:cs typeface="Pretendard SemiBold"/>
              </a:rPr>
              <a:t>카카오맵</a:t>
            </a:r>
          </a:p>
        </p:txBody>
      </p:sp>
      <p:sp>
        <p:nvSpPr>
          <p:cNvPr id="12" name="데이터명">
            <a:extLst xmlns:a="http://schemas.openxmlformats.org/drawingml/2006/main">
              <a:ext uri="{FF2B5EF4-FFF2-40B4-BE49-F238E27FC236}">
                <a16:creationId xmlns:a16="http://schemas.microsoft.com/office/drawing/2014/main" id="{F703F76F-7B37-4FAE-99CA-20759ED0C656}"/>
              </a:ext>
            </a:extLst>
          </p:cNvPr>
          <p:cNvSpPr>
            <a:spLocks xmlns:a="http://schemas.openxmlformats.org/drawingml/2006/main" noGrp="1"/>
          </p:cNvSpPr>
          <p:nvPr/>
        </p:nvSpPr>
        <p:spPr>
          <a:xfrm xmlns:a="http://schemas.openxmlformats.org/drawingml/2006/main">
            <a:off x="8115300" y="19240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a:solidFill>
                  <a:srgbClr val="647579"/>
                </a:solidFill>
                <a:latin typeface="Pretendard SemiBold"/>
                <a:ea typeface="Pretendard SemiBold"/>
                <a:cs typeface="Pretendard SemiBold"/>
              </a:defRPr>
            </a:pPr>
            <a:r>
              <a:rPr sz="1275">
                <a:solidFill>
                  <a:srgbClr val="647579"/>
                </a:solidFill>
                <a:latin typeface="Pretendard SemiBold"/>
                <a:ea typeface="Pretendard SemiBold"/>
                <a:cs typeface="Pretendard SemiBold"/>
              </a:rPr>
              <a:t>데이터명</a:t>
            </a:r>
          </a:p>
        </p:txBody>
      </p:sp>
      <p:sp>
        <p:nvSpPr>
          <p:cNvPr id="13" name="JavaScript SDK · 외부 길찾기">
            <a:extLst xmlns:a="http://schemas.openxmlformats.org/drawingml/2006/main">
              <a:ext uri="{FF2B5EF4-FFF2-40B4-BE49-F238E27FC236}">
                <a16:creationId xmlns:a16="http://schemas.microsoft.com/office/drawing/2014/main" id="{14FCFECD-CB77-4295-A6DC-E13FEB95A863}"/>
              </a:ext>
            </a:extLst>
          </p:cNvPr>
          <p:cNvSpPr>
            <a:spLocks xmlns:a="http://schemas.openxmlformats.org/drawingml/2006/main" noGrp="1"/>
          </p:cNvSpPr>
          <p:nvPr/>
        </p:nvSpPr>
        <p:spPr>
          <a:xfrm xmlns:a="http://schemas.openxmlformats.org/drawingml/2006/main">
            <a:off x="8115300" y="2276475"/>
            <a:ext cx="3562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JavaScript SDK · 외부 길찾기</a:t>
            </a:r>
          </a:p>
        </p:txBody>
      </p:sp>
      <p:sp>
        <p:nvSpPr>
          <p:cNvPr id="14" name="상세설명">
            <a:extLst xmlns:a="http://schemas.openxmlformats.org/drawingml/2006/main">
              <a:ext uri="{FF2B5EF4-FFF2-40B4-BE49-F238E27FC236}">
                <a16:creationId xmlns:a16="http://schemas.microsoft.com/office/drawing/2014/main" id="{3E70958B-C439-4291-81B6-DE710A2447A8}"/>
              </a:ext>
            </a:extLst>
          </p:cNvPr>
          <p:cNvSpPr>
            <a:spLocks xmlns:a="http://schemas.openxmlformats.org/drawingml/2006/main" noGrp="1"/>
          </p:cNvSpPr>
          <p:nvPr/>
        </p:nvSpPr>
        <p:spPr>
          <a:xfrm xmlns:a="http://schemas.openxmlformats.org/drawingml/2006/main">
            <a:off x="8115300" y="31051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a:solidFill>
                  <a:srgbClr val="647579"/>
                </a:solidFill>
                <a:latin typeface="Pretendard SemiBold"/>
                <a:ea typeface="Pretendard SemiBold"/>
                <a:cs typeface="Pretendard SemiBold"/>
              </a:defRPr>
            </a:pPr>
            <a:r>
              <a:rPr sz="1275">
                <a:solidFill>
                  <a:srgbClr val="647579"/>
                </a:solidFill>
                <a:latin typeface="Pretendard SemiBold"/>
                <a:ea typeface="Pretendard SemiBold"/>
                <a:cs typeface="Pretendard SemiBold"/>
              </a:rPr>
              <a:t>상세설명</a:t>
            </a:r>
          </a:p>
        </p:txBody>
      </p:sp>
      <p:sp>
        <p:nvSpPr>
          <p:cNvPr id="15" name="여행 장소와 순서를 지도에서 확인하고 상세 길찾기로 연결합니다.">
            <a:extLst xmlns:a="http://schemas.openxmlformats.org/drawingml/2006/main">
              <a:ext uri="{FF2B5EF4-FFF2-40B4-BE49-F238E27FC236}">
                <a16:creationId xmlns:a16="http://schemas.microsoft.com/office/drawing/2014/main" id="{F61205FD-8E08-4A4A-AE4D-4C5EB4A1F7CE}"/>
              </a:ext>
            </a:extLst>
          </p:cNvPr>
          <p:cNvSpPr>
            <a:spLocks xmlns:a="http://schemas.openxmlformats.org/drawingml/2006/main" noGrp="1"/>
          </p:cNvSpPr>
          <p:nvPr/>
        </p:nvSpPr>
        <p:spPr>
          <a:xfrm xmlns:a="http://schemas.openxmlformats.org/drawingml/2006/main">
            <a:off x="8115300" y="3476625"/>
            <a:ext cx="3571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여행 장소와 순서를 지도에서 확인하고</a:t>
            </a:r>
          </a:p>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상세 길찾기로 연결합니다.</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172321914be0458c"/>
          <a:srcRect xmlns:a="http://schemas.openxmlformats.org/drawingml/2006/main" l="4100" t="27200" r="4100" b="61000"/>
          <a:stretch xmlns:a="http://schemas.openxmlformats.org/drawingml/2006/main">
            <a:fillRect l="0" t="0" r="0" b="0"/>
          </a:stretch>
        </p:blipFill>
        <p:spPr>
          <a:xfrm xmlns:a="http://schemas.openxmlformats.org/drawingml/2006/main">
            <a:off x="495300" y="4414253"/>
            <a:ext cx="3438525" cy="925093"/>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882de08e16874326"/>
          <a:srcRect xmlns:a="http://schemas.openxmlformats.org/drawingml/2006/main" l="4100" t="49600" r="4100" b="39100"/>
          <a:stretch xmlns:a="http://schemas.openxmlformats.org/drawingml/2006/main">
            <a:fillRect l="0" t="0" r="0" b="0"/>
          </a:stretch>
        </p:blipFill>
        <p:spPr>
          <a:xfrm xmlns:a="http://schemas.openxmlformats.org/drawingml/2006/main">
            <a:off x="495300" y="5453028"/>
            <a:ext cx="3438525" cy="885894"/>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b3dba48365ce463e"/>
          <a:srcRect xmlns:a="http://schemas.openxmlformats.org/drawingml/2006/main" l="4700" t="61700" r="4700" b="18400"/>
          <a:stretch xmlns:a="http://schemas.openxmlformats.org/drawingml/2006/main">
            <a:fillRect l="0" t="0" r="0" b="0"/>
          </a:stretch>
        </p:blipFill>
        <p:spPr>
          <a:xfrm xmlns:a="http://schemas.openxmlformats.org/drawingml/2006/main">
            <a:off x="4305300" y="4572953"/>
            <a:ext cx="3476625" cy="1598294"/>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7864d637b3b74560"/>
          <a:srcRect xmlns:a="http://schemas.openxmlformats.org/drawingml/2006/main" l="2000" t="58500" r="2000" b="7800"/>
          <a:stretch xmlns:a="http://schemas.openxmlformats.org/drawingml/2006/main">
            <a:fillRect l="0" t="0" r="0" b="0"/>
          </a:stretch>
        </p:blipFill>
        <p:spPr>
          <a:xfrm xmlns:a="http://schemas.openxmlformats.org/drawingml/2006/main">
            <a:off x="8455637" y="4371975"/>
            <a:ext cx="2748325" cy="2019300"/>
          </a:xfrm>
          <a:prstGeom xmlns:a="http://schemas.openxmlformats.org/drawingml/2006/main" prst="rect">
            <a:avLst/>
          </a:prstGeom>
        </p:spPr>
      </p:pic>
      <p:sp>
        <p:nvSpPr>
          <p:cNvPr id="20" name="17">
            <a:extLst xmlns:a="http://schemas.openxmlformats.org/drawingml/2006/main">
              <a:ext uri="{FF2B5EF4-FFF2-40B4-BE49-F238E27FC236}">
                <a16:creationId xmlns:a16="http://schemas.microsoft.com/office/drawing/2014/main" id="{21319E70-E485-4338-9434-39DA853BEB3F}"/>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17</a:t>
            </a:r>
          </a:p>
        </p:txBody>
      </p:sp>
    </p:spTree>
    <p:extLst>
      <p:ext uri="{BB962C8B-B14F-4D97-AF65-F5344CB8AC3E}">
        <p14:creationId xmlns:p14="http://schemas.microsoft.com/office/powerpoint/2010/main" val="317735648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8" name="차별성">
            <a:extLst xmlns:a="http://schemas.openxmlformats.org/drawingml/2006/main">
              <a:ext uri="{FF2B5EF4-FFF2-40B4-BE49-F238E27FC236}">
                <a16:creationId xmlns:a16="http://schemas.microsoft.com/office/drawing/2014/main" id="{DB2D7B58-E9CF-4B02-9262-BE99CA662247}"/>
              </a:ext>
            </a:extLst>
          </p:cNvPr>
          <p:cNvSpPr>
            <a:spLocks xmlns:a="http://schemas.openxmlformats.org/drawingml/2006/main" noGrp="1"/>
          </p:cNvSpPr>
          <p:nvPr/>
        </p:nvSpPr>
        <p:spPr>
          <a:xfrm xmlns:a="http://schemas.openxmlformats.org/drawingml/2006/main">
            <a:off x="495300" y="11906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SemiBold"/>
                <a:ea typeface="Pretendard SemiBold"/>
                <a:cs typeface="Pretendard SemiBold"/>
              </a:defRPr>
            </a:pPr>
            <a:r>
              <a:rPr sz="1725">
                <a:solidFill>
                  <a:srgbClr val="246568"/>
                </a:solidFill>
                <a:latin typeface="Pretendard SemiBold"/>
                <a:ea typeface="Pretendard SemiBold"/>
                <a:cs typeface="Pretendard SemiBold"/>
              </a:rPr>
              <a:t>차별성</a:t>
            </a:r>
          </a:p>
        </p:txBody>
      </p:sp>
      <p:sp>
        <p:nvSpPr>
          <p:cNvPr id="2" name="01">
            <a:extLst xmlns:a="http://schemas.openxmlformats.org/drawingml/2006/main">
              <a:ext uri="{FF2B5EF4-FFF2-40B4-BE49-F238E27FC236}">
                <a16:creationId xmlns:a16="http://schemas.microsoft.com/office/drawing/2014/main" id="{CD2DBB86-2C58-473F-8814-3F5DE5D709C2}"/>
              </a:ext>
            </a:extLst>
          </p:cNvPr>
          <p:cNvSpPr>
            <a:spLocks xmlns:a="http://schemas.openxmlformats.org/drawingml/2006/main" noGrp="1"/>
          </p:cNvSpPr>
          <p:nvPr/>
        </p:nvSpPr>
        <p:spPr>
          <a:xfrm xmlns:a="http://schemas.openxmlformats.org/drawingml/2006/main">
            <a:off x="495300" y="1771650"/>
            <a:ext cx="53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D77B39"/>
                </a:solidFill>
                <a:latin typeface="Pretendard SemiBold"/>
                <a:ea typeface="Pretendard SemiBold"/>
                <a:cs typeface="Pretendard SemiBold"/>
              </a:defRPr>
            </a:pPr>
            <a:r>
              <a:rPr sz="2175">
                <a:solidFill>
                  <a:srgbClr val="D77B39"/>
                </a:solidFill>
                <a:latin typeface="Pretendard SemiBold"/>
                <a:ea typeface="Pretendard SemiBold"/>
                <a:cs typeface="Pretendard SemiBold"/>
              </a:rPr>
              <a:t>01</a:t>
            </a:r>
          </a:p>
        </p:txBody>
      </p:sp>
      <p:sp>
        <p:nvSpPr>
          <p:cNvPr id="3" name="공동 일정과 개인 기준의 분리">
            <a:extLst xmlns:a="http://schemas.openxmlformats.org/drawingml/2006/main">
              <a:ext uri="{FF2B5EF4-FFF2-40B4-BE49-F238E27FC236}">
                <a16:creationId xmlns:a16="http://schemas.microsoft.com/office/drawing/2014/main" id="{0F18B32C-B735-43D5-9733-0125157C68F7}"/>
              </a:ext>
            </a:extLst>
          </p:cNvPr>
          <p:cNvSpPr>
            <a:spLocks xmlns:a="http://schemas.openxmlformats.org/drawingml/2006/main" noGrp="1"/>
          </p:cNvSpPr>
          <p:nvPr/>
        </p:nvSpPr>
        <p:spPr>
          <a:xfrm xmlns:a="http://schemas.openxmlformats.org/drawingml/2006/main">
            <a:off x="495300" y="2324100"/>
            <a:ext cx="3571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a:solidFill>
                  <a:srgbClr val="22383E"/>
                </a:solidFill>
                <a:latin typeface="Pretendard SemiBold"/>
                <a:ea typeface="Pretendard SemiBold"/>
                <a:cs typeface="Pretendard SemiBold"/>
              </a:defRPr>
            </a:pPr>
            <a:r>
              <a:rPr sz="1950">
                <a:solidFill>
                  <a:srgbClr val="22383E"/>
                </a:solidFill>
                <a:latin typeface="Pretendard SemiBold"/>
                <a:ea typeface="Pretendard SemiBold"/>
                <a:cs typeface="Pretendard SemiBold"/>
              </a:rPr>
              <a:t>공동 일정과 개인 기준의 분리</a:t>
            </a:r>
          </a:p>
        </p:txBody>
      </p:sp>
      <p:sp>
        <p:nvSpPr>
          <p:cNvPr id="4" name="함께 장소를 정하고, 복귀 시각은 개인 사본에서 관리합니다.">
            <a:extLst xmlns:a="http://schemas.openxmlformats.org/drawingml/2006/main">
              <a:ext uri="{FF2B5EF4-FFF2-40B4-BE49-F238E27FC236}">
                <a16:creationId xmlns:a16="http://schemas.microsoft.com/office/drawing/2014/main" id="{2B404818-FB08-4C41-AD1E-F21F17D13D93}"/>
              </a:ext>
            </a:extLst>
          </p:cNvPr>
          <p:cNvSpPr>
            <a:spLocks xmlns:a="http://schemas.openxmlformats.org/drawingml/2006/main" noGrp="1"/>
          </p:cNvSpPr>
          <p:nvPr/>
        </p:nvSpPr>
        <p:spPr>
          <a:xfrm xmlns:a="http://schemas.openxmlformats.org/drawingml/2006/main">
            <a:off x="495300" y="2790825"/>
            <a:ext cx="3571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함께 장소를 정하고, 복귀 시각은</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개인 사본에서 관리합니다.</a:t>
            </a:r>
          </a:p>
        </p:txBody>
      </p:sp>
      <p:sp>
        <p:nvSpPr>
          <p:cNvPr id="5" name="02">
            <a:extLst xmlns:a="http://schemas.openxmlformats.org/drawingml/2006/main">
              <a:ext uri="{FF2B5EF4-FFF2-40B4-BE49-F238E27FC236}">
                <a16:creationId xmlns:a16="http://schemas.microsoft.com/office/drawing/2014/main" id="{2B6883AA-726F-454D-913D-85E9ECA0741F}"/>
              </a:ext>
            </a:extLst>
          </p:cNvPr>
          <p:cNvSpPr>
            <a:spLocks xmlns:a="http://schemas.openxmlformats.org/drawingml/2006/main" noGrp="1"/>
          </p:cNvSpPr>
          <p:nvPr/>
        </p:nvSpPr>
        <p:spPr>
          <a:xfrm xmlns:a="http://schemas.openxmlformats.org/drawingml/2006/main">
            <a:off x="4305300" y="1771650"/>
            <a:ext cx="53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D77B39"/>
                </a:solidFill>
                <a:latin typeface="Pretendard SemiBold"/>
                <a:ea typeface="Pretendard SemiBold"/>
                <a:cs typeface="Pretendard SemiBold"/>
              </a:defRPr>
            </a:pPr>
            <a:r>
              <a:rPr sz="2175">
                <a:solidFill>
                  <a:srgbClr val="D77B39"/>
                </a:solidFill>
                <a:latin typeface="Pretendard SemiBold"/>
                <a:ea typeface="Pretendard SemiBold"/>
                <a:cs typeface="Pretendard SemiBold"/>
              </a:rPr>
              <a:t>02</a:t>
            </a:r>
          </a:p>
        </p:txBody>
      </p:sp>
      <p:sp>
        <p:nvSpPr>
          <p:cNvPr id="6" name="조정 가능한 복귀 여유">
            <a:extLst xmlns:a="http://schemas.openxmlformats.org/drawingml/2006/main">
              <a:ext uri="{FF2B5EF4-FFF2-40B4-BE49-F238E27FC236}">
                <a16:creationId xmlns:a16="http://schemas.microsoft.com/office/drawing/2014/main" id="{B3F06435-7361-4891-9170-66333B9C2F2B}"/>
              </a:ext>
            </a:extLst>
          </p:cNvPr>
          <p:cNvSpPr>
            <a:spLocks xmlns:a="http://schemas.openxmlformats.org/drawingml/2006/main" noGrp="1"/>
          </p:cNvSpPr>
          <p:nvPr/>
        </p:nvSpPr>
        <p:spPr>
          <a:xfrm xmlns:a="http://schemas.openxmlformats.org/drawingml/2006/main">
            <a:off x="4305300" y="2324100"/>
            <a:ext cx="3571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a:solidFill>
                  <a:srgbClr val="22383E"/>
                </a:solidFill>
                <a:latin typeface="Pretendard SemiBold"/>
                <a:ea typeface="Pretendard SemiBold"/>
                <a:cs typeface="Pretendard SemiBold"/>
              </a:defRPr>
            </a:pPr>
            <a:r>
              <a:rPr sz="1950">
                <a:solidFill>
                  <a:srgbClr val="22383E"/>
                </a:solidFill>
                <a:latin typeface="Pretendard SemiBold"/>
                <a:ea typeface="Pretendard SemiBold"/>
                <a:cs typeface="Pretendard SemiBold"/>
              </a:rPr>
              <a:t>조정 가능한 복귀 여유</a:t>
            </a:r>
          </a:p>
        </p:txBody>
      </p:sp>
      <p:sp>
        <p:nvSpPr>
          <p:cNvPr id="7" name="관광지를 생략하거나 체류를 줄여 여유와 도보량을 비교합니다.">
            <a:extLst xmlns:a="http://schemas.openxmlformats.org/drawingml/2006/main">
              <a:ext uri="{FF2B5EF4-FFF2-40B4-BE49-F238E27FC236}">
                <a16:creationId xmlns:a16="http://schemas.microsoft.com/office/drawing/2014/main" id="{A9E62258-6FF9-47B1-8771-33FCEF785B0F}"/>
              </a:ext>
            </a:extLst>
          </p:cNvPr>
          <p:cNvSpPr>
            <a:spLocks xmlns:a="http://schemas.openxmlformats.org/drawingml/2006/main" noGrp="1"/>
          </p:cNvSpPr>
          <p:nvPr/>
        </p:nvSpPr>
        <p:spPr>
          <a:xfrm xmlns:a="http://schemas.openxmlformats.org/drawingml/2006/main">
            <a:off x="4305300" y="2790825"/>
            <a:ext cx="3571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관광지를 생략하거나 체류를 줄여</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여유와 도보량을 비교합니다.</a:t>
            </a:r>
          </a:p>
        </p:txBody>
      </p:sp>
      <p:sp>
        <p:nvSpPr>
          <p:cNvPr id="8" name="03">
            <a:extLst xmlns:a="http://schemas.openxmlformats.org/drawingml/2006/main">
              <a:ext uri="{FF2B5EF4-FFF2-40B4-BE49-F238E27FC236}">
                <a16:creationId xmlns:a16="http://schemas.microsoft.com/office/drawing/2014/main" id="{E130B21F-04E5-4B4A-BAC9-D694BBA963CF}"/>
              </a:ext>
            </a:extLst>
          </p:cNvPr>
          <p:cNvSpPr>
            <a:spLocks xmlns:a="http://schemas.openxmlformats.org/drawingml/2006/main" noGrp="1"/>
          </p:cNvSpPr>
          <p:nvPr/>
        </p:nvSpPr>
        <p:spPr>
          <a:xfrm xmlns:a="http://schemas.openxmlformats.org/drawingml/2006/main">
            <a:off x="8115300" y="1771650"/>
            <a:ext cx="53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D77B39"/>
                </a:solidFill>
                <a:latin typeface="Pretendard SemiBold"/>
                <a:ea typeface="Pretendard SemiBold"/>
                <a:cs typeface="Pretendard SemiBold"/>
              </a:defRPr>
            </a:pPr>
            <a:r>
              <a:rPr sz="2175">
                <a:solidFill>
                  <a:srgbClr val="D77B39"/>
                </a:solidFill>
                <a:latin typeface="Pretendard SemiBold"/>
                <a:ea typeface="Pretendard SemiBold"/>
                <a:cs typeface="Pretendard SemiBold"/>
              </a:rPr>
              <a:t>03</a:t>
            </a:r>
          </a:p>
        </p:txBody>
      </p:sp>
      <p:sp>
        <p:nvSpPr>
          <p:cNvPr id="9" name="추천을 일정 변경으로 연결">
            <a:extLst xmlns:a="http://schemas.openxmlformats.org/drawingml/2006/main">
              <a:ext uri="{FF2B5EF4-FFF2-40B4-BE49-F238E27FC236}">
                <a16:creationId xmlns:a16="http://schemas.microsoft.com/office/drawing/2014/main" id="{D3E967F0-8DF3-442B-87E9-4BED51986B95}"/>
              </a:ext>
            </a:extLst>
          </p:cNvPr>
          <p:cNvSpPr>
            <a:spLocks xmlns:a="http://schemas.openxmlformats.org/drawingml/2006/main" noGrp="1"/>
          </p:cNvSpPr>
          <p:nvPr/>
        </p:nvSpPr>
        <p:spPr>
          <a:xfrm xmlns:a="http://schemas.openxmlformats.org/drawingml/2006/main">
            <a:off x="8115300" y="2324100"/>
            <a:ext cx="3571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a:solidFill>
                  <a:srgbClr val="22383E"/>
                </a:solidFill>
                <a:latin typeface="Pretendard SemiBold"/>
                <a:ea typeface="Pretendard SemiBold"/>
                <a:cs typeface="Pretendard SemiBold"/>
              </a:defRPr>
            </a:pPr>
            <a:r>
              <a:rPr sz="1950">
                <a:solidFill>
                  <a:srgbClr val="22383E"/>
                </a:solidFill>
                <a:latin typeface="Pretendard SemiBold"/>
                <a:ea typeface="Pretendard SemiBold"/>
                <a:cs typeface="Pretendard SemiBold"/>
              </a:rPr>
              <a:t>추천을 일정 변경으로 연결</a:t>
            </a:r>
          </a:p>
        </p:txBody>
      </p:sp>
      <p:sp>
        <p:nvSpPr>
          <p:cNvPr id="10" name="장소 제안을 검토·저장한 뒤 반영 결과를 제안자에게 보여줍니다.">
            <a:extLst xmlns:a="http://schemas.openxmlformats.org/drawingml/2006/main">
              <a:ext uri="{FF2B5EF4-FFF2-40B4-BE49-F238E27FC236}">
                <a16:creationId xmlns:a16="http://schemas.microsoft.com/office/drawing/2014/main" id="{166151A3-50D6-41FB-BBE8-FDD27617F3DA}"/>
              </a:ext>
            </a:extLst>
          </p:cNvPr>
          <p:cNvSpPr>
            <a:spLocks xmlns:a="http://schemas.openxmlformats.org/drawingml/2006/main" noGrp="1"/>
          </p:cNvSpPr>
          <p:nvPr/>
        </p:nvSpPr>
        <p:spPr>
          <a:xfrm xmlns:a="http://schemas.openxmlformats.org/drawingml/2006/main">
            <a:off x="8115300" y="2790825"/>
            <a:ext cx="3571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장소 제안을 검토·저장한 뒤</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반영 결과를 제안자에게 보여줍니다.</a:t>
            </a:r>
          </a:p>
        </p:txBody>
      </p:sp>
      <p:sp>
        <p:nvSpPr>
          <p:cNvPr id="11" name="section divider">
            <a:extLst xmlns:a="http://schemas.openxmlformats.org/drawingml/2006/main">
              <a:ext uri="{FF2B5EF4-FFF2-40B4-BE49-F238E27FC236}">
                <a16:creationId xmlns:a16="http://schemas.microsoft.com/office/drawing/2014/main" id="{4CABE958-BFCE-4AD5-BE9A-C234E8A9C795}"/>
              </a:ext>
            </a:extLst>
          </p:cNvPr>
          <p:cNvSpPr>
            <a:spLocks xmlns:a="http://schemas.openxmlformats.org/drawingml/2006/main" noGrp="1"/>
          </p:cNvSpPr>
          <p:nvPr/>
        </p:nvSpPr>
        <p:spPr>
          <a:xfrm xmlns:a="http://schemas.openxmlformats.org/drawingml/2006/main">
            <a:off x="495300" y="3790950"/>
            <a:ext cx="11049000" cy="0"/>
          </a:xfrm>
          <a:prstGeom xmlns:a="http://schemas.openxmlformats.org/drawingml/2006/main" prst="line">
            <a:avLst/>
          </a:prstGeom>
          <a:noFill xmlns:a="http://schemas.openxmlformats.org/drawingml/2006/main"/>
          <a:ln xmlns:a="http://schemas.openxmlformats.org/drawingml/2006/main" w="9525">
            <a:solidFill>
              <a:srgbClr val="D9E2E1"/>
            </a:solidFill>
          </a:ln>
        </p:spPr>
      </p:sp>
      <p:sp>
        <p:nvSpPr>
          <p:cNvPr id="12" name="발전계획">
            <a:extLst xmlns:a="http://schemas.openxmlformats.org/drawingml/2006/main">
              <a:ext uri="{FF2B5EF4-FFF2-40B4-BE49-F238E27FC236}">
                <a16:creationId xmlns:a16="http://schemas.microsoft.com/office/drawing/2014/main" id="{74B28D65-835C-41BE-A193-705E8060D1D6}"/>
              </a:ext>
            </a:extLst>
          </p:cNvPr>
          <p:cNvSpPr>
            <a:spLocks xmlns:a="http://schemas.openxmlformats.org/drawingml/2006/main" noGrp="1"/>
          </p:cNvSpPr>
          <p:nvPr/>
        </p:nvSpPr>
        <p:spPr>
          <a:xfrm xmlns:a="http://schemas.openxmlformats.org/drawingml/2006/main">
            <a:off x="495300" y="41243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SemiBold"/>
                <a:ea typeface="Pretendard SemiBold"/>
                <a:cs typeface="Pretendard SemiBold"/>
              </a:defRPr>
            </a:pPr>
            <a:r>
              <a:rPr sz="1725">
                <a:solidFill>
                  <a:srgbClr val="246568"/>
                </a:solidFill>
                <a:latin typeface="Pretendard SemiBold"/>
                <a:ea typeface="Pretendard SemiBold"/>
                <a:cs typeface="Pretendard SemiBold"/>
              </a:rPr>
              <a:t>발전계획</a:t>
            </a:r>
          </a:p>
        </p:txBody>
      </p:sp>
      <p:sp>
        <p:nvSpPr>
          <p:cNvPr id="13" name="01">
            <a:extLst xmlns:a="http://schemas.openxmlformats.org/drawingml/2006/main">
              <a:ext uri="{FF2B5EF4-FFF2-40B4-BE49-F238E27FC236}">
                <a16:creationId xmlns:a16="http://schemas.microsoft.com/office/drawing/2014/main" id="{7577C34E-662C-4628-9E55-759D48C693ED}"/>
              </a:ext>
            </a:extLst>
          </p:cNvPr>
          <p:cNvSpPr>
            <a:spLocks xmlns:a="http://schemas.openxmlformats.org/drawingml/2006/main" noGrp="1"/>
          </p:cNvSpPr>
          <p:nvPr/>
        </p:nvSpPr>
        <p:spPr>
          <a:xfrm xmlns:a="http://schemas.openxmlformats.org/drawingml/2006/main">
            <a:off x="495300" y="476250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D77B39"/>
                </a:solidFill>
                <a:latin typeface="Pretendard SemiBold"/>
                <a:ea typeface="Pretendard SemiBold"/>
                <a:cs typeface="Pretendard SemiBold"/>
              </a:defRPr>
            </a:pPr>
            <a:r>
              <a:rPr sz="1725">
                <a:solidFill>
                  <a:srgbClr val="D77B39"/>
                </a:solidFill>
                <a:latin typeface="Pretendard SemiBold"/>
                <a:ea typeface="Pretendard SemiBold"/>
                <a:cs typeface="Pretendard SemiBold"/>
              </a:rPr>
              <a:t>01</a:t>
            </a:r>
          </a:p>
        </p:txBody>
      </p:sp>
      <p:sp>
        <p:nvSpPr>
          <p:cNvPr id="14" name="사용성 검증">
            <a:extLst xmlns:a="http://schemas.openxmlformats.org/drawingml/2006/main">
              <a:ext uri="{FF2B5EF4-FFF2-40B4-BE49-F238E27FC236}">
                <a16:creationId xmlns:a16="http://schemas.microsoft.com/office/drawing/2014/main" id="{E0033DA5-9837-4956-9A2A-9124285B4069}"/>
              </a:ext>
            </a:extLst>
          </p:cNvPr>
          <p:cNvSpPr>
            <a:spLocks xmlns:a="http://schemas.openxmlformats.org/drawingml/2006/main" noGrp="1"/>
          </p:cNvSpPr>
          <p:nvPr/>
        </p:nvSpPr>
        <p:spPr>
          <a:xfrm xmlns:a="http://schemas.openxmlformats.org/drawingml/2006/main">
            <a:off x="1066800" y="472440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a:solidFill>
                  <a:srgbClr val="22383E"/>
                </a:solidFill>
                <a:latin typeface="Pretendard SemiBold"/>
                <a:ea typeface="Pretendard SemiBold"/>
                <a:cs typeface="Pretendard SemiBold"/>
              </a:defRPr>
            </a:pPr>
            <a:r>
              <a:rPr sz="2025">
                <a:solidFill>
                  <a:srgbClr val="22383E"/>
                </a:solidFill>
                <a:latin typeface="Pretendard SemiBold"/>
                <a:ea typeface="Pretendard SemiBold"/>
                <a:cs typeface="Pretendard SemiBold"/>
              </a:rPr>
              <a:t>사용성 검증</a:t>
            </a:r>
          </a:p>
        </p:txBody>
      </p:sp>
      <p:sp>
        <p:nvSpPr>
          <p:cNvPr id="15" name="→">
            <a:extLst xmlns:a="http://schemas.openxmlformats.org/drawingml/2006/main">
              <a:ext uri="{FF2B5EF4-FFF2-40B4-BE49-F238E27FC236}">
                <a16:creationId xmlns:a16="http://schemas.microsoft.com/office/drawing/2014/main" id="{550C8FFD-C7B9-4654-8026-AD01ED423AB9}"/>
              </a:ext>
            </a:extLst>
          </p:cNvPr>
          <p:cNvSpPr>
            <a:spLocks xmlns:a="http://schemas.openxmlformats.org/drawingml/2006/main" noGrp="1"/>
          </p:cNvSpPr>
          <p:nvPr/>
        </p:nvSpPr>
        <p:spPr>
          <a:xfrm xmlns:a="http://schemas.openxmlformats.org/drawingml/2006/main">
            <a:off x="3876675" y="4752975"/>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647579"/>
                </a:solidFill>
                <a:latin typeface="Pretendard"/>
                <a:ea typeface="Pretendard"/>
                <a:cs typeface="Pretendard"/>
              </a:defRPr>
            </a:pPr>
            <a:r>
              <a:rPr sz="2175">
                <a:solidFill>
                  <a:srgbClr val="647579"/>
                </a:solidFill>
                <a:latin typeface="Pretendard"/>
                <a:ea typeface="Pretendard"/>
                <a:cs typeface="Pretendard"/>
              </a:rPr>
              <a:t>→</a:t>
            </a:r>
          </a:p>
        </p:txBody>
      </p:sp>
      <p:sp>
        <p:nvSpPr>
          <p:cNvPr id="16" name="장병·동행자의 계획·초대·조정 관찰">
            <a:extLst xmlns:a="http://schemas.openxmlformats.org/drawingml/2006/main">
              <a:ext uri="{FF2B5EF4-FFF2-40B4-BE49-F238E27FC236}">
                <a16:creationId xmlns:a16="http://schemas.microsoft.com/office/drawing/2014/main" id="{E5E14798-B53C-4CA3-ACF4-017D8AC5E18B}"/>
              </a:ext>
            </a:extLst>
          </p:cNvPr>
          <p:cNvSpPr>
            <a:spLocks xmlns:a="http://schemas.openxmlformats.org/drawingml/2006/main" noGrp="1"/>
          </p:cNvSpPr>
          <p:nvPr/>
        </p:nvSpPr>
        <p:spPr>
          <a:xfrm xmlns:a="http://schemas.openxmlformats.org/drawingml/2006/main">
            <a:off x="495300" y="5305425"/>
            <a:ext cx="3571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장병·동행자의 계획·초대·조정 관찰</a:t>
            </a:r>
          </a:p>
        </p:txBody>
      </p:sp>
      <p:sp>
        <p:nvSpPr>
          <p:cNvPr id="17" name="확인 지표  공동 계획 완료율">
            <a:extLst xmlns:a="http://schemas.openxmlformats.org/drawingml/2006/main">
              <a:ext uri="{FF2B5EF4-FFF2-40B4-BE49-F238E27FC236}">
                <a16:creationId xmlns:a16="http://schemas.microsoft.com/office/drawing/2014/main" id="{599D591C-8094-4BB6-88F0-393A531DB0E9}"/>
              </a:ext>
            </a:extLst>
          </p:cNvPr>
          <p:cNvSpPr>
            <a:spLocks xmlns:a="http://schemas.openxmlformats.org/drawingml/2006/main" noGrp="1"/>
          </p:cNvSpPr>
          <p:nvPr/>
        </p:nvSpPr>
        <p:spPr>
          <a:xfrm xmlns:a="http://schemas.openxmlformats.org/drawingml/2006/main">
            <a:off x="495300" y="6134100"/>
            <a:ext cx="3571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확인 지표  공동 계획 완료율</a:t>
            </a:r>
          </a:p>
        </p:txBody>
      </p:sp>
      <p:sp>
        <p:nvSpPr>
          <p:cNvPr id="18" name="02">
            <a:extLst xmlns:a="http://schemas.openxmlformats.org/drawingml/2006/main">
              <a:ext uri="{FF2B5EF4-FFF2-40B4-BE49-F238E27FC236}">
                <a16:creationId xmlns:a16="http://schemas.microsoft.com/office/drawing/2014/main" id="{3230F40A-5C36-4886-977E-8C4CE74B7F8C}"/>
              </a:ext>
            </a:extLst>
          </p:cNvPr>
          <p:cNvSpPr>
            <a:spLocks xmlns:a="http://schemas.openxmlformats.org/drawingml/2006/main" noGrp="1"/>
          </p:cNvSpPr>
          <p:nvPr/>
        </p:nvSpPr>
        <p:spPr>
          <a:xfrm xmlns:a="http://schemas.openxmlformats.org/drawingml/2006/main">
            <a:off x="4305300" y="476250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D77B39"/>
                </a:solidFill>
                <a:latin typeface="Pretendard SemiBold"/>
                <a:ea typeface="Pretendard SemiBold"/>
                <a:cs typeface="Pretendard SemiBold"/>
              </a:defRPr>
            </a:pPr>
            <a:r>
              <a:rPr sz="1725">
                <a:solidFill>
                  <a:srgbClr val="D77B39"/>
                </a:solidFill>
                <a:latin typeface="Pretendard SemiBold"/>
                <a:ea typeface="Pretendard SemiBold"/>
                <a:cs typeface="Pretendard SemiBold"/>
              </a:rPr>
              <a:t>02</a:t>
            </a:r>
          </a:p>
        </p:txBody>
      </p:sp>
      <p:sp>
        <p:nvSpPr>
          <p:cNvPr id="19" name="강원 정보 고도화">
            <a:extLst xmlns:a="http://schemas.openxmlformats.org/drawingml/2006/main">
              <a:ext uri="{FF2B5EF4-FFF2-40B4-BE49-F238E27FC236}">
                <a16:creationId xmlns:a16="http://schemas.microsoft.com/office/drawing/2014/main" id="{E84465DA-4F9D-48E2-B2A1-9923B9380988}"/>
              </a:ext>
            </a:extLst>
          </p:cNvPr>
          <p:cNvSpPr>
            <a:spLocks xmlns:a="http://schemas.openxmlformats.org/drawingml/2006/main" noGrp="1"/>
          </p:cNvSpPr>
          <p:nvPr/>
        </p:nvSpPr>
        <p:spPr>
          <a:xfrm xmlns:a="http://schemas.openxmlformats.org/drawingml/2006/main">
            <a:off x="4876800" y="472440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a:solidFill>
                  <a:srgbClr val="22383E"/>
                </a:solidFill>
                <a:latin typeface="Pretendard SemiBold"/>
                <a:ea typeface="Pretendard SemiBold"/>
                <a:cs typeface="Pretendard SemiBold"/>
              </a:defRPr>
            </a:pPr>
            <a:r>
              <a:rPr sz="2025">
                <a:solidFill>
                  <a:srgbClr val="22383E"/>
                </a:solidFill>
                <a:latin typeface="Pretendard SemiBold"/>
                <a:ea typeface="Pretendard SemiBold"/>
                <a:cs typeface="Pretendard SemiBold"/>
              </a:rPr>
              <a:t>강원 정보 고도화</a:t>
            </a:r>
          </a:p>
        </p:txBody>
      </p:sp>
      <p:sp>
        <p:nvSpPr>
          <p:cNvPr id="20" name="→">
            <a:extLst xmlns:a="http://schemas.openxmlformats.org/drawingml/2006/main">
              <a:ext uri="{FF2B5EF4-FFF2-40B4-BE49-F238E27FC236}">
                <a16:creationId xmlns:a16="http://schemas.microsoft.com/office/drawing/2014/main" id="{DF835E08-7D0E-4722-92C6-83374796EBA6}"/>
              </a:ext>
            </a:extLst>
          </p:cNvPr>
          <p:cNvSpPr>
            <a:spLocks xmlns:a="http://schemas.openxmlformats.org/drawingml/2006/main" noGrp="1"/>
          </p:cNvSpPr>
          <p:nvPr/>
        </p:nvSpPr>
        <p:spPr>
          <a:xfrm xmlns:a="http://schemas.openxmlformats.org/drawingml/2006/main">
            <a:off x="7686675" y="4752975"/>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647579"/>
                </a:solidFill>
                <a:latin typeface="Pretendard"/>
                <a:ea typeface="Pretendard"/>
                <a:cs typeface="Pretendard"/>
              </a:defRPr>
            </a:pPr>
            <a:r>
              <a:rPr sz="2175">
                <a:solidFill>
                  <a:srgbClr val="647579"/>
                </a:solidFill>
                <a:latin typeface="Pretendard"/>
                <a:ea typeface="Pretendard"/>
                <a:cs typeface="Pretendard"/>
              </a:rPr>
              <a:t>→</a:t>
            </a:r>
          </a:p>
        </p:txBody>
      </p:sp>
      <p:sp>
        <p:nvSpPr>
          <p:cNvPr id="21" name="접경 5군 운영·예약·편의정보 갱신">
            <a:extLst xmlns:a="http://schemas.openxmlformats.org/drawingml/2006/main">
              <a:ext uri="{FF2B5EF4-FFF2-40B4-BE49-F238E27FC236}">
                <a16:creationId xmlns:a16="http://schemas.microsoft.com/office/drawing/2014/main" id="{8739AC43-AC2F-4913-9471-22552305E31D}"/>
              </a:ext>
            </a:extLst>
          </p:cNvPr>
          <p:cNvSpPr>
            <a:spLocks xmlns:a="http://schemas.openxmlformats.org/drawingml/2006/main" noGrp="1"/>
          </p:cNvSpPr>
          <p:nvPr/>
        </p:nvSpPr>
        <p:spPr>
          <a:xfrm xmlns:a="http://schemas.openxmlformats.org/drawingml/2006/main">
            <a:off x="4305300" y="5305425"/>
            <a:ext cx="3571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접경 5군 운영·예약·편의정보 갱신</a:t>
            </a:r>
          </a:p>
        </p:txBody>
      </p:sp>
      <p:sp>
        <p:nvSpPr>
          <p:cNvPr id="22" name="확인 지표  정보 확인율·API 성공률">
            <a:extLst xmlns:a="http://schemas.openxmlformats.org/drawingml/2006/main">
              <a:ext uri="{FF2B5EF4-FFF2-40B4-BE49-F238E27FC236}">
                <a16:creationId xmlns:a16="http://schemas.microsoft.com/office/drawing/2014/main" id="{68D2F70D-FFA4-44B9-AB43-325FAB5A1CEE}"/>
              </a:ext>
            </a:extLst>
          </p:cNvPr>
          <p:cNvSpPr>
            <a:spLocks xmlns:a="http://schemas.openxmlformats.org/drawingml/2006/main" noGrp="1"/>
          </p:cNvSpPr>
          <p:nvPr/>
        </p:nvSpPr>
        <p:spPr>
          <a:xfrm xmlns:a="http://schemas.openxmlformats.org/drawingml/2006/main">
            <a:off x="4305300" y="6134100"/>
            <a:ext cx="3571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확인 지표  정보 확인율·API 성공률</a:t>
            </a:r>
          </a:p>
        </p:txBody>
      </p:sp>
      <p:sp>
        <p:nvSpPr>
          <p:cNvPr id="23" name="03">
            <a:extLst xmlns:a="http://schemas.openxmlformats.org/drawingml/2006/main">
              <a:ext uri="{FF2B5EF4-FFF2-40B4-BE49-F238E27FC236}">
                <a16:creationId xmlns:a16="http://schemas.microsoft.com/office/drawing/2014/main" id="{951CE36F-D3C2-4A70-89C2-DEE3F557E73F}"/>
              </a:ext>
            </a:extLst>
          </p:cNvPr>
          <p:cNvSpPr>
            <a:spLocks xmlns:a="http://schemas.openxmlformats.org/drawingml/2006/main" noGrp="1"/>
          </p:cNvSpPr>
          <p:nvPr/>
        </p:nvSpPr>
        <p:spPr>
          <a:xfrm xmlns:a="http://schemas.openxmlformats.org/drawingml/2006/main">
            <a:off x="8115300" y="476250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D77B39"/>
                </a:solidFill>
                <a:latin typeface="Pretendard SemiBold"/>
                <a:ea typeface="Pretendard SemiBold"/>
                <a:cs typeface="Pretendard SemiBold"/>
              </a:defRPr>
            </a:pPr>
            <a:r>
              <a:rPr sz="1725">
                <a:solidFill>
                  <a:srgbClr val="D77B39"/>
                </a:solidFill>
                <a:latin typeface="Pretendard SemiBold"/>
                <a:ea typeface="Pretendard SemiBold"/>
                <a:cs typeface="Pretendard SemiBold"/>
              </a:rPr>
              <a:t>03</a:t>
            </a:r>
          </a:p>
        </p:txBody>
      </p:sp>
      <p:sp>
        <p:nvSpPr>
          <p:cNvPr id="24" name="지역 실증·재방문">
            <a:extLst xmlns:a="http://schemas.openxmlformats.org/drawingml/2006/main">
              <a:ext uri="{FF2B5EF4-FFF2-40B4-BE49-F238E27FC236}">
                <a16:creationId xmlns:a16="http://schemas.microsoft.com/office/drawing/2014/main" id="{0A689002-81DC-49BE-BD85-4A90AEBAD4A8}"/>
              </a:ext>
            </a:extLst>
          </p:cNvPr>
          <p:cNvSpPr>
            <a:spLocks xmlns:a="http://schemas.openxmlformats.org/drawingml/2006/main" noGrp="1"/>
          </p:cNvSpPr>
          <p:nvPr/>
        </p:nvSpPr>
        <p:spPr>
          <a:xfrm xmlns:a="http://schemas.openxmlformats.org/drawingml/2006/main">
            <a:off x="8686800" y="472440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a:solidFill>
                  <a:srgbClr val="22383E"/>
                </a:solidFill>
                <a:latin typeface="Pretendard SemiBold"/>
                <a:ea typeface="Pretendard SemiBold"/>
                <a:cs typeface="Pretendard SemiBold"/>
              </a:defRPr>
            </a:pPr>
            <a:r>
              <a:rPr sz="2025">
                <a:solidFill>
                  <a:srgbClr val="22383E"/>
                </a:solidFill>
                <a:latin typeface="Pretendard SemiBold"/>
                <a:ea typeface="Pretendard SemiBold"/>
                <a:cs typeface="Pretendard SemiBold"/>
              </a:rPr>
              <a:t>지역 실증·재방문</a:t>
            </a:r>
          </a:p>
        </p:txBody>
      </p:sp>
      <p:sp>
        <p:nvSpPr>
          <p:cNvPr id="25" name="관광지·식사·휴식 장소의 연계 평가">
            <a:extLst xmlns:a="http://schemas.openxmlformats.org/drawingml/2006/main">
              <a:ext uri="{FF2B5EF4-FFF2-40B4-BE49-F238E27FC236}">
                <a16:creationId xmlns:a16="http://schemas.microsoft.com/office/drawing/2014/main" id="{4FA05221-F704-4CF7-B46D-6E48931B49D6}"/>
              </a:ext>
            </a:extLst>
          </p:cNvPr>
          <p:cNvSpPr>
            <a:spLocks xmlns:a="http://schemas.openxmlformats.org/drawingml/2006/main" noGrp="1"/>
          </p:cNvSpPr>
          <p:nvPr/>
        </p:nvSpPr>
        <p:spPr>
          <a:xfrm xmlns:a="http://schemas.openxmlformats.org/drawingml/2006/main">
            <a:off x="8115300" y="5305425"/>
            <a:ext cx="3571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관광지·식사·휴식 장소의 연계 평가</a:t>
            </a:r>
          </a:p>
        </p:txBody>
      </p:sp>
      <p:sp>
        <p:nvSpPr>
          <p:cNvPr id="26" name="확인 지표  제안 반영률·재사용률">
            <a:extLst xmlns:a="http://schemas.openxmlformats.org/drawingml/2006/main">
              <a:ext uri="{FF2B5EF4-FFF2-40B4-BE49-F238E27FC236}">
                <a16:creationId xmlns:a16="http://schemas.microsoft.com/office/drawing/2014/main" id="{1820D3FB-0D42-45FD-B1AA-4BD8BEC1F106}"/>
              </a:ext>
            </a:extLst>
          </p:cNvPr>
          <p:cNvSpPr>
            <a:spLocks xmlns:a="http://schemas.openxmlformats.org/drawingml/2006/main" noGrp="1"/>
          </p:cNvSpPr>
          <p:nvPr/>
        </p:nvSpPr>
        <p:spPr>
          <a:xfrm xmlns:a="http://schemas.openxmlformats.org/drawingml/2006/main">
            <a:off x="8115300" y="6134100"/>
            <a:ext cx="3571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확인 지표  제안 반영률·재사용률</a:t>
            </a:r>
          </a:p>
        </p:txBody>
      </p:sp>
      <p:sp>
        <p:nvSpPr>
          <p:cNvPr id="27" name="18">
            <a:extLst xmlns:a="http://schemas.openxmlformats.org/drawingml/2006/main">
              <a:ext uri="{FF2B5EF4-FFF2-40B4-BE49-F238E27FC236}">
                <a16:creationId xmlns:a16="http://schemas.microsoft.com/office/drawing/2014/main" id="{DBF28FB9-3326-40C2-B536-0B9DCFABE854}"/>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18</a:t>
            </a:r>
          </a:p>
        </p:txBody>
      </p:sp>
    </p:spTree>
    <p:extLst>
      <p:ext uri="{BB962C8B-B14F-4D97-AF65-F5344CB8AC3E}">
        <p14:creationId xmlns:p14="http://schemas.microsoft.com/office/powerpoint/2010/main" val="3988568962"/>
      </p:ext>
    </p:extLst>
  </p:cSld>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2026-09-17T05:10:12.2000000Z</dcterms:created>
  <dcterms:modified xsi:type="dcterms:W3CDTF">2026-09-17T05:10:12.2000000Z</dcterms:modified>
</coreProperties>
</file>